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fd443a41f304bd9" /><Relationship Type="http://schemas.openxmlformats.org/officeDocument/2006/relationships/extended-properties" Target="/docProps/app.xml" Id="Rfe1c6df909c74240" /><Relationship Type="http://schemas.openxmlformats.org/officeDocument/2006/relationships/officeDocument" Target="/ppt/presentation.xml" Id="Ra13363ddfc9944a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e180e199a96498d"/>
  </p:sldMasterIdLst>
  <p:notesMasterIdLst>
    <p:notesMasterId xmlns:r="http://schemas.openxmlformats.org/officeDocument/2006/relationships" r:id="Ra93ae63c94ba4916"/>
  </p:notesMasterIdLst>
  <p:sldIdLst>
    <p:sldId xmlns:r="http://schemas.openxmlformats.org/officeDocument/2006/relationships" id="256" r:id="R71d9ba0b113d4099"/>
    <p:sldId xmlns:r="http://schemas.openxmlformats.org/officeDocument/2006/relationships" id="257" r:id="R8b659347fe56453b"/>
    <p:sldId xmlns:r="http://schemas.openxmlformats.org/officeDocument/2006/relationships" id="258" r:id="R6ffe9aee8c8b46ac"/>
    <p:sldId xmlns:r="http://schemas.openxmlformats.org/officeDocument/2006/relationships" id="259" r:id="Rf6251b1552134e97"/>
    <p:sldId xmlns:r="http://schemas.openxmlformats.org/officeDocument/2006/relationships" id="260" r:id="Rff9d781ad6a24cbd"/>
    <p:sldId xmlns:r="http://schemas.openxmlformats.org/officeDocument/2006/relationships" id="261" r:id="R68ac7ba7b32d4e03"/>
    <p:sldId xmlns:r="http://schemas.openxmlformats.org/officeDocument/2006/relationships" id="262" r:id="R997591b89b9d48f1"/>
    <p:sldId xmlns:r="http://schemas.openxmlformats.org/officeDocument/2006/relationships" id="263" r:id="R18a36644dfb54096"/>
    <p:sldId xmlns:r="http://schemas.openxmlformats.org/officeDocument/2006/relationships" id="264" r:id="R08f0474403694221"/>
    <p:sldId xmlns:r="http://schemas.openxmlformats.org/officeDocument/2006/relationships" id="265" r:id="R2d13fdc570a44db4"/>
    <p:sldId xmlns:r="http://schemas.openxmlformats.org/officeDocument/2006/relationships" id="266" r:id="Rbf163a1bc8f642ca"/>
    <p:sldId xmlns:r="http://schemas.openxmlformats.org/officeDocument/2006/relationships" id="267" r:id="Rbbf20cbc69724ff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0b9c918f34a45cd" /><Relationship Type="http://schemas.openxmlformats.org/officeDocument/2006/relationships/slideMaster" Target="/ppt/slideMasters/slideMaster1.xml" Id="R7e180e199a96498d" /><Relationship Type="http://schemas.openxmlformats.org/officeDocument/2006/relationships/notesMaster" Target="/ppt/notesMasters/notesMaster1.xml" Id="Ra93ae63c94ba4916" /><Relationship Type="http://schemas.openxmlformats.org/officeDocument/2006/relationships/presProps" Target="/ppt/presProps.xml" Id="Re6cf8869c07f4d2f" /><Relationship Type="http://schemas.openxmlformats.org/officeDocument/2006/relationships/tableStyles" Target="/ppt/tableStyles.xml" Id="R17b56721ff7044e6" /><Relationship Type="http://schemas.openxmlformats.org/officeDocument/2006/relationships/slide" Target="/ppt/slides/slide1.xml" Id="R71d9ba0b113d4099" /><Relationship Type="http://schemas.openxmlformats.org/officeDocument/2006/relationships/slide" Target="/ppt/slides/slide2.xml" Id="R8b659347fe56453b" /><Relationship Type="http://schemas.openxmlformats.org/officeDocument/2006/relationships/slide" Target="/ppt/slides/slide3.xml" Id="R6ffe9aee8c8b46ac" /><Relationship Type="http://schemas.openxmlformats.org/officeDocument/2006/relationships/slide" Target="/ppt/slides/slide4.xml" Id="Rf6251b1552134e97" /><Relationship Type="http://schemas.openxmlformats.org/officeDocument/2006/relationships/slide" Target="/ppt/slides/slide5.xml" Id="Rff9d781ad6a24cbd" /><Relationship Type="http://schemas.openxmlformats.org/officeDocument/2006/relationships/slide" Target="/ppt/slides/slide6.xml" Id="R68ac7ba7b32d4e03" /><Relationship Type="http://schemas.openxmlformats.org/officeDocument/2006/relationships/slide" Target="/ppt/slides/slide7.xml" Id="R997591b89b9d48f1" /><Relationship Type="http://schemas.openxmlformats.org/officeDocument/2006/relationships/slide" Target="/ppt/slides/slide8.xml" Id="R18a36644dfb54096" /><Relationship Type="http://schemas.openxmlformats.org/officeDocument/2006/relationships/slide" Target="/ppt/slides/slide9.xml" Id="R08f0474403694221" /><Relationship Type="http://schemas.openxmlformats.org/officeDocument/2006/relationships/slide" Target="/ppt/slides/slide10.xml" Id="R2d13fdc570a44db4" /><Relationship Type="http://schemas.openxmlformats.org/officeDocument/2006/relationships/slide" Target="/ppt/slides/slide11.xml" Id="Rbf163a1bc8f642ca" /><Relationship Type="http://schemas.openxmlformats.org/officeDocument/2006/relationships/slide" Target="/ppt/slides/slide12.xml" Id="Rbbf20cbc69724ff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37f23803d9b457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c25095917194010" /><Relationship Type="http://schemas.openxmlformats.org/officeDocument/2006/relationships/notesMaster" Target="/ppt/notesMasters/notesMaster1.xml" Id="Rc3080c1d1f55417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e5cc7dc410e43ce" /><Relationship Type="http://schemas.openxmlformats.org/officeDocument/2006/relationships/notesMaster" Target="/ppt/notesMasters/notesMaster1.xml" Id="R066f72d176a848b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005864f9b044d5a" /><Relationship Type="http://schemas.openxmlformats.org/officeDocument/2006/relationships/notesMaster" Target="/ppt/notesMasters/notesMaster1.xml" Id="Re0c4adada74b40c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44579c656b74dae" /><Relationship Type="http://schemas.openxmlformats.org/officeDocument/2006/relationships/notesMaster" Target="/ppt/notesMasters/notesMaster1.xml" Id="R73125c7b0e87441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0fb695823034be5" /><Relationship Type="http://schemas.openxmlformats.org/officeDocument/2006/relationships/notesMaster" Target="/ppt/notesMasters/notesMaster1.xml" Id="R88eecdc7cd6c42c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eba3b5c56b442f3" /><Relationship Type="http://schemas.openxmlformats.org/officeDocument/2006/relationships/notesMaster" Target="/ppt/notesMasters/notesMaster1.xml" Id="R206bcf44b09c4f9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1058b3dc3f7458c" /><Relationship Type="http://schemas.openxmlformats.org/officeDocument/2006/relationships/notesMaster" Target="/ppt/notesMasters/notesMaster1.xml" Id="Rb2e525519776469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0344812e30345a2" /><Relationship Type="http://schemas.openxmlformats.org/officeDocument/2006/relationships/notesMaster" Target="/ppt/notesMasters/notesMaster1.xml" Id="Rcccaed168f82428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55168311fc24193" /><Relationship Type="http://schemas.openxmlformats.org/officeDocument/2006/relationships/notesMaster" Target="/ppt/notesMasters/notesMaster1.xml" Id="R63b5ee3350ff495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fa6cb0945434e3b" /><Relationship Type="http://schemas.openxmlformats.org/officeDocument/2006/relationships/notesMaster" Target="/ppt/notesMasters/notesMaster1.xml" Id="Redfef9b086544ae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5343bdf3ee741db" /><Relationship Type="http://schemas.openxmlformats.org/officeDocument/2006/relationships/notesMaster" Target="/ppt/notesMasters/notesMaster1.xml" Id="Reed5dd2dbe3f451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c791e25b0094c37" /><Relationship Type="http://schemas.openxmlformats.org/officeDocument/2006/relationships/notesMaster" Target="/ppt/notesMasters/notesMaster1.xml" Id="R8aa405f7fbdd446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385d584e384f5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1184ab865094134" /><Relationship Type="http://schemas.openxmlformats.org/officeDocument/2006/relationships/slideLayout" Target="/ppt/slideLayouts/slideLayout1.xml" Id="Ra5485570ba9b4d3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5485570ba9b4d3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be0fc89a2e4c21" /><Relationship Type="http://schemas.openxmlformats.org/officeDocument/2006/relationships/notesSlide" Target="/ppt/notesSlides/notesSlide1.xml" Id="R94fdf8ea7bed485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a0e5131369418f" /><Relationship Type="http://schemas.openxmlformats.org/officeDocument/2006/relationships/notesSlide" Target="/ppt/notesSlides/notesSlide2.xml" Id="R6652cc85d763469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98b69d6605406c" /><Relationship Type="http://schemas.openxmlformats.org/officeDocument/2006/relationships/notesSlide" Target="/ppt/notesSlides/notesSlide3.xml" Id="Rd66ddeafb7664ce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480954860645d4" /><Relationship Type="http://schemas.openxmlformats.org/officeDocument/2006/relationships/notesSlide" Target="/ppt/notesSlides/notesSlide4.xml" Id="R70a5383b26264b2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1985bc424d4c73" /><Relationship Type="http://schemas.openxmlformats.org/officeDocument/2006/relationships/notesSlide" Target="/ppt/notesSlides/notesSlide5.xml" Id="Ra262a595739d4f5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43d0a65e7f40b1" /><Relationship Type="http://schemas.openxmlformats.org/officeDocument/2006/relationships/notesSlide" Target="/ppt/notesSlides/notesSlide6.xml" Id="R96f457d86bf941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9c286b7d7f45cf" /><Relationship Type="http://schemas.openxmlformats.org/officeDocument/2006/relationships/notesSlide" Target="/ppt/notesSlides/notesSlide7.xml" Id="R4dcb59c75ff1436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ae9c40111246a8" /><Relationship Type="http://schemas.openxmlformats.org/officeDocument/2006/relationships/notesSlide" Target="/ppt/notesSlides/notesSlide8.xml" Id="Rf57de53c714545e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a152a381f441ac" /><Relationship Type="http://schemas.openxmlformats.org/officeDocument/2006/relationships/chart" Target="/ppt/slides/charts/chart1.xml" Id="R615fb44d82a84144" /><Relationship Type="http://schemas.openxmlformats.org/officeDocument/2006/relationships/notesSlide" Target="/ppt/notesSlides/notesSlide9.xml" Id="R38f1c5b050a649a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f78377b6d940f6" /><Relationship Type="http://schemas.openxmlformats.org/officeDocument/2006/relationships/notesSlide" Target="/ppt/notesSlides/notesSlide10.xml" Id="R3725329009504b4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e8dfd859384ac7" /><Relationship Type="http://schemas.openxmlformats.org/officeDocument/2006/relationships/notesSlide" Target="/ppt/notesSlides/notesSlide11.xml" Id="R6d8ce6924e86435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1d83e6046a4aca" /><Relationship Type="http://schemas.openxmlformats.org/officeDocument/2006/relationships/notesSlide" Target="/ppt/notesSlides/notesSlide12.xml" Id="R15043d2890ea4d38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Status</c:v>
          </c:tx>
          <c:spPr>
            <a:solidFill xmlns:a="http://schemas.openxmlformats.org/drawingml/2006/main">
              <a:srgbClr val="2563EB"/>
            </a:solidFill>
          </c:spPr>
          <c:cat>
            <c:strRef>
              <c:f>'Chart Data'!$A$2:$A$7</c:f>
              <c:strCache>
                <c:ptCount val="6"/>
                <c:pt idx="0">
                  <c:v>Landmarks</c:v>
                </c:pt>
                <c:pt idx="1">
                  <c:v>Rep features</c:v>
                </c:pt>
                <c:pt idx="2">
                  <c:v>Coach JSON</c:v>
                </c:pt>
                <c:pt idx="3">
                  <c:v>Charts</c:v>
                </c:pt>
                <c:pt idx="4">
                  <c:v>Report</c:v>
                </c:pt>
                <c:pt idx="5">
                  <c:v>PPT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48287B-0107-44A5-AA88-820F2DB1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38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F9F35E-0B13-4C16-9CD1-13F15919F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Submission-ready squat coaching MVP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FE3D6B-15E6-4A52-B7E8-226BE299A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10287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E8ADF9-AF60-49BA-8FC9-38C282F78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9144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Pose estimation, biomechanics, fatigue, injury risk, reinforcement learning, and explainable feedback in one local demo.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5486DC-CD6E-41BF-8695-E89AC43B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Free local stack: Python, Streamlit, MediaPipe, Gymnasium, Stable-Baselines3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508B68-7F4F-41EA-BB52-11F31D3CB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1 / 12</a:t>
            </a:r>
          </a:p>
        </p:txBody>
      </p:sp>
    </p:spTree>
    <p:extLst>
      <p:ext uri="{BB962C8B-B14F-4D97-AF65-F5344CB8AC3E}">
        <p14:creationId xmlns:p14="http://schemas.microsoft.com/office/powerpoint/2010/main" val="6390121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42D7BE-28AE-4F30-A8ED-BD6449240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MVP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FA3635-115E-4A95-9DD3-64C37B9D1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One complete squat workflow from input to coaching explanation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ABE267-CDD2-4271-9E10-FC35CE6F5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89EF12-96D1-4233-A98B-128403BE1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52600"/>
            <a:ext cx="9505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Video upload or bundled synthetic squat session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AE7BE9-5FAD-4CBB-9115-D5AD9234E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28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00E71A-1BF0-44D8-A3BD-205031ADE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86000"/>
            <a:ext cx="9505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Per-frame pose landmarks saved to CSV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40AEAA-EB9E-4C0B-84FF-AF888C20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62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AC1C7B-FE6F-4085-BA92-E1F7D3AD1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19400"/>
            <a:ext cx="9505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Per-rep biomechanics, fatigue, and risk features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33F583-E02C-4C3D-8D35-A39424FC5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D7F3CE-B807-4532-90C8-69D6E512D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52800"/>
            <a:ext cx="9505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RL or heuristic policy chooses coaching action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8B9807-7502-4A45-B42A-DF0913C4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29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1A6812-061B-4C6D-B62F-E75C1C93B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9505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Streamlit app displays explanation and charts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B94287-C4DA-4E27-A027-8F311CC53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510C9E-77B4-4401-A31B-E5F52DA63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</p:spTree>
    <p:extLst>
      <p:ext uri="{BB962C8B-B14F-4D97-AF65-F5344CB8AC3E}">
        <p14:creationId xmlns:p14="http://schemas.microsoft.com/office/powerpoint/2010/main" val="14459113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1E0A48-B4CA-4A18-B4D3-2BBAF671B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System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91EE06-CB37-4997-B07B-9F32A5827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Each layer writes an auditable artifact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C11CD8-1966-4C29-BF7D-F0A3664A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3A743B-D23D-45FD-99E6-18EB0C8C0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88E627-FA4D-4E3A-93A2-59517F62B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853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Video or landmarks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58140A-EBA0-44FE-A6E0-3BE188F3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4765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455616-6BB5-4E89-83E6-610DBDB02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72415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45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Pose extraction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EC2950-2C58-40B6-9F69-9C2A9C4DB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4765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2DD26B-C8A0-4836-9EB6-C9DAF8C0C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72415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829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Biomechanics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F87BEF-5754-4FC1-921F-6C869018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4765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58A81E-CCEC-49F6-B10B-105FB52A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72415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RL policy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E24FC5-7B84-4478-BDB4-D2BC2E6E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4765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FF9B02-CE69-43B9-BE94-2CABC3C34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72415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Explanation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6CC6DD-DFF6-4EE6-A89D-2044AA696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3390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Outputs: landmarks.csv, rep_features.csv, coach_outputs.json, charts, report, PPT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51CF47-9748-414A-8DBE-607DED37F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</p:spTree>
    <p:extLst>
      <p:ext uri="{BB962C8B-B14F-4D97-AF65-F5344CB8AC3E}">
        <p14:creationId xmlns:p14="http://schemas.microsoft.com/office/powerpoint/2010/main" val="20650782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B14BC2-2EDF-402D-A3F0-BE551C07A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Biomechanics Features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085DF8-B752-4BE4-B10F-527F7745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Feature extraction works per squat repetition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942AB6-877D-4F22-AB0B-E1E39439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DFF33D-5B89-4CFF-986E-B243C2041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38300"/>
            <a:ext cx="1038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7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4E7E4C-CF7E-4065-87F5-B2EB42FBD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7335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Feature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06DD26-14B8-42C0-94E9-ECB7CB295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3355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Purpose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5FFBA9-8F1A-4D77-A186-89040CE4F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9800"/>
            <a:ext cx="1038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50C570-09C9-4F3F-BEC3-BF7DF31A1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3050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Knee angle minimum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F8BE50-D183-4B1C-8560-AFF19EE23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0505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Squat depth and shallow-squat detection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F018A1-FD49-40F1-8F21-815D37D18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1038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5FD9C6-5AAC-4C5C-BBC4-CBD0CF017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765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Hip angle minimum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35301A-6654-421E-85FA-68AEA56F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87655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Range-of-motion context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D8B0F8-1533-4432-ACDD-4CFD4CBA5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1038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A6DCC1-AC50-4FBF-A0A8-813A78FE2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480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Torso lean maximum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EADCF8-3E65-404A-A34E-71DC6100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44805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Forward-lean risk signal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AF7FC4-3CB3-4A33-85D2-5AE76AEDC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24300"/>
            <a:ext cx="1038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406542-0B12-495C-A834-EACBA2B2A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195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Knee tracking proxy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587459-C5BC-4A04-97BC-A0650D2B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1955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Knee alignment risk signal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E2E4CF-89E3-4C78-AC21-F0EA1626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1038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008475-1AC7-44B5-AD2B-E2A5B13E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910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Tempo and smoothness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F60D94-7430-4953-803F-6D4A4AA7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59105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Fatigue and stability signal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9BE776-6BA5-4FDD-9D6B-BF4C7A53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</p:spTree>
    <p:extLst>
      <p:ext uri="{BB962C8B-B14F-4D97-AF65-F5344CB8AC3E}">
        <p14:creationId xmlns:p14="http://schemas.microsoft.com/office/powerpoint/2010/main" val="14220062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5146B3-9BA9-47EA-A7D8-651B52BD5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Personalized Coaching State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F28C26-E0DB-4BDD-B923-A644FCF5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The policy sees movement, fatigue, risk, and history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4A605-24B4-49EA-B224-73A6C994B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E2B06B-8EA9-42EE-AA26-8E5B217E1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764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Normalized knee, hip, and torso values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B5A986-CB7A-43AD-8C5B-99AE2FD9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52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A352BF-FCAE-47F9-9714-250B77A6D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Rep progress and previous coaching 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1134D2-010E-40BA-A9D9-BC97C8765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2B55EF-2475-438D-9A94-BAC13F76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Fatigue score from tempo, range, and jitter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0144F7-C4CF-4193-B8F9-20A31124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F59FD9-FAA3-4A9F-9425-C9C762DA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766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Injury risk from torso lean, knee tracking, and asymmetry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C2FF14-8791-4A42-9429-182BD274B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52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1DF841-2F5E-4E4E-866A-67DEF667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00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Repeated mistake count and skill level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59B22D-A15B-4D0E-9B26-0513A318C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86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C762E4-A662-4877-92AB-2DF3E0697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</p:spTree>
    <p:extLst>
      <p:ext uri="{BB962C8B-B14F-4D97-AF65-F5344CB8AC3E}">
        <p14:creationId xmlns:p14="http://schemas.microsoft.com/office/powerpoint/2010/main" val="5194650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0FFBB1-F096-4A7F-9081-97FDB134D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MDP Formulation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1B1D5A-B832-4033-AFA7-1A012801C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Each repetition becomes one decision step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A3AC6B-DF0B-485D-8D7A-3D5EA5D0A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241470-271D-4CEC-B1A6-9C72F197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3048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96AD67-5103-43A5-B2DC-F4CF224FA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574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State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3C322C-6E70-4C85-B6D1-3C514745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71750"/>
            <a:ext cx="2381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Pose features, fatigue, risk, history, previous 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87FD69-F1D1-48BA-B1E8-AC72E621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3048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D11F88-65DB-4306-AE72-2FB70E4DA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0574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Action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EF0787-FD6A-4DB7-80A3-11A1C48CA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571750"/>
            <a:ext cx="2381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Eight coaching actions including rest, joint highlight, tempo cue, and no feedback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6FF19A-2546-4C98-9AD0-461ACB38F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809750"/>
            <a:ext cx="3048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8FFEFD-400C-4D5F-BF99-1C5F5A79A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0574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Reward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65170D-9EB5-4A53-A204-5498F5BE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381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Improvement adds reward. Risk, fatigue, repeated errors, and excessive cues subtract reward.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8F6176-84BB-41A7-A3BD-F1BA4BC9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</p:spTree>
    <p:extLst>
      <p:ext uri="{BB962C8B-B14F-4D97-AF65-F5344CB8AC3E}">
        <p14:creationId xmlns:p14="http://schemas.microsoft.com/office/powerpoint/2010/main" val="5856232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8654D0-E2C7-43C0-8A5F-7B42F32FF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Coaching Actions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1434E6-65BD-4ABE-891E-730A073D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The action is the coaching decision, not an exercise label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A8BC1F-2E0C-4D0F-AEDC-04C896F7E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20DC42-6CD4-4A25-99D1-44655514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192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CFE9A2-79FD-4CEA-80D8-CF49C2EB4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716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2121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verbal cue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5BBA26-0325-421B-B4AF-B7C011E3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192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D12893-7967-4ADD-84F2-5BD3C3F4C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716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2121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joint highlight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C813AA-1580-478E-93C6-994B072D4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955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88A365-BC70-44FE-BFE4-83234896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6479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2121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slow tempo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01613E-5614-4462-976C-BB072A831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955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043861-3674-4B2A-AB65-A53F853C4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6479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2121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adjust difficulty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705803-BF09-4135-B435-9B04C11A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718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7CCDA4-3656-4088-AA08-B6EE48E5E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242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2121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recommend rest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7203B5-2AB8-4F48-A28F-7EE5743B9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3718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26D71E-3021-4714-99C3-549654E7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242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2121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no feedback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68C455-63C9-4D04-B959-6D874F90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481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C10941-4DAB-45C3-B7B1-BE2EFB3A8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005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2121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demonstration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35FEE4-557F-4FE3-9CDD-9CD784B88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2481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95D85D-38A6-46CF-87E5-E1DBB3A6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4005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2121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breathing cue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BF0282-9124-4CB5-8AA0-E2EA82705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</p:spTree>
    <p:extLst>
      <p:ext uri="{BB962C8B-B14F-4D97-AF65-F5344CB8AC3E}">
        <p14:creationId xmlns:p14="http://schemas.microsoft.com/office/powerpoint/2010/main" val="174784835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6C3F9A-9EA4-467C-B4A3-2F5C3F11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Explainable Output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3E12CD-098B-4E7B-BCFA-3A405C4D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Each correction includes evidence and next action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C4AC12-DC95-4320-ABBF-CAA1DBF16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D49BC1-B960-42CF-9599-D672EC0A4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10096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F71369-FCB9-4045-9B7D-C8FD0E27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889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Problem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10CA85-564A-4331-80EA-297F6CBEA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4574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Knee tracking issue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E71193-CA8C-4245-9AD6-B60F23F45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383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889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530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Reason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AEE7D2-8770-4D49-9811-D32503D63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57450"/>
            <a:ext cx="266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Knee tracking proxy raised injury risk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508D41-3EB2-49B9-B53F-D86B1C19E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0383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889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5803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803D"/>
                </a:solidFill>
                <a:latin typeface="Arial"/>
                <a:ea typeface="Arial"/>
                <a:cs typeface="Arial"/>
              </a:rPr>
              <a:t>Correction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0F99F3-8AA8-4B41-BD81-03DB32859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45745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Keep knees aligned with toes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6D7109-4B44-4BC0-9172-BB6A47884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19700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1159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Evidence frame and highlighted joint are shown in the Streamlit demo.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F6585E-A253-4B13-A466-36C76DFA0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</p:spTree>
    <p:extLst>
      <p:ext uri="{BB962C8B-B14F-4D97-AF65-F5344CB8AC3E}">
        <p14:creationId xmlns:p14="http://schemas.microsoft.com/office/powerpoint/2010/main" val="11813148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4F9CD5-EEFA-435B-BE90-32AF7C37D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Generated Evaluation Artifacts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743575-0307-4D2D-B669-85BAD1409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The project writes repeatable outputs for submission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537C0A-242A-4346-8851-E85BB435E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1428750" y="1714500"/>
          <a:ext xmlns:a="http://schemas.openxmlformats.org/drawingml/2006/main" cx="93345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15fb44d82a84144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B3E7FF-D476-4FDD-9192-7B25030FA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4097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9697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Submission outputs generated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8630D7-1212-43E0-9100-EBFAA3129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14950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848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All outputs are local files. No paid API or cloud service required.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DAF013-B541-4195-9409-8A4E8A358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</p:spTree>
    <p:extLst>
      <p:ext uri="{BB962C8B-B14F-4D97-AF65-F5344CB8AC3E}">
        <p14:creationId xmlns:p14="http://schemas.microsoft.com/office/powerpoint/2010/main" val="213676995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99C1D9-D07B-4CD3-87EE-037368EA1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QA Status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968309-AB10-48FB-BBED-C79431695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Automated checks cover core behavior and submission artifacts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7D0413-BD30-4916-81D8-045CDCD1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7E0C61-A93E-41DA-8875-EEC3F64A8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764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Pytest passed with 22 unit and integration tests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B371CD-945F-4853-8CB3-BD7FEAA52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52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27885D-9645-493C-A926-33954823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Compile, sample generation, training, and evaluation passed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BB1543-3BF0-47C6-B643-5EBFD103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9BB6EA-504B-44CC-9542-847771A8F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Streamlit health check passed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A246CD-95F2-48D6-8F25-5BBBA98B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1FE82E-0631-4EF8-80EB-1F5003A49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766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Real squat video processed with 17 detected reps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18E0EA-1E60-4FA4-95A1-CBE6C1BF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52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305C91-F94F-44F1-93DC-CCDEC6C06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00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Real-video overlay and evidence frames generated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16B3B7-7F95-463C-AED8-D03CC5D2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86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1C7C11-A3D5-4EC2-AC68-8EBCFF85E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</p:spTree>
    <p:extLst>
      <p:ext uri="{BB962C8B-B14F-4D97-AF65-F5344CB8AC3E}">
        <p14:creationId xmlns:p14="http://schemas.microsoft.com/office/powerpoint/2010/main" val="68407094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D88C7E-FAD6-4FDA-A669-08C9E172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Limitations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6A5E40-C54B-4C38-8832-DBD89878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MVP choices keep the build credible within one week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A06691-8C4C-44CA-96F5-D784E7440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Adaptive RL Gym Coach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F0F987-BC83-42CC-BB7C-073BC8518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764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Squat-only exercise support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BEA59F-7B81-4DF8-B750-623A9B3FB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52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8C77FD-E408-45D9-8B07-14233614C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Injury risk uses heuristic biomechanical proxies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A0DDE2-A57E-42E6-854A-C7452CC3C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6460AB-385D-423B-9453-B5E338658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RL training uses simulated trajectories without real long-term user feedback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2C510E-00D1-42F3-9748-456F1BC6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BC6E15-1A96-427D-A573-F02C4CC4E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766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Camera angle and landmark confidence affect movement estimates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72D56B-3931-453C-87DA-43E2DDAB5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52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5EF876-6A89-4577-9F12-15F27DF2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0000"/>
            <a:ext cx="960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Grad-CAM deferred because no CNN posture classifier is trained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017733-DA50-4500-9EDB-9435F6A69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86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263A19-F6D1-4C44-B2C6-A371CFD85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</p:spTree>
    <p:extLst>
      <p:ext uri="{BB962C8B-B14F-4D97-AF65-F5344CB8AC3E}">
        <p14:creationId xmlns:p14="http://schemas.microsoft.com/office/powerpoint/2010/main" val="107168456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F8828A-144B-4E72-85B4-9E1365DE4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191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667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Project Contribution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4A8E12-4C24-4E26-AAC6-2F4F5685B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10287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D6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1F8E2E-6340-4C3D-93E8-432113A7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76500"/>
            <a:ext cx="9429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1265"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033"/>
                </a:solidFill>
                <a:latin typeface="Arial"/>
                <a:ea typeface="Arial"/>
                <a:cs typeface="Arial"/>
              </a:rPr>
              <a:t>The prototype reframes AI fitness feedback as personalized sequential coaching. It observes the user, chooses an action, and explains the decision with movement evidence.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F0C6A4-B5A5-42E8-BF57-0CDF64B9A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Submission package: code, README, tests, charts, report PDF, and final PPT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84F8F3-51AA-4818-A1B0-1D66F0222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2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361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173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</p:spTree>
    <p:extLst>
      <p:ext uri="{BB962C8B-B14F-4D97-AF65-F5344CB8AC3E}">
        <p14:creationId xmlns:p14="http://schemas.microsoft.com/office/powerpoint/2010/main" val="7710319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2026-09-17T15:55:39.4380000Z</dcterms:created>
  <dcterms:modified xsi:type="dcterms:W3CDTF">2026-09-17T15:55:39.4380000Z</dcterms:modified>
</coreProperties>
</file>