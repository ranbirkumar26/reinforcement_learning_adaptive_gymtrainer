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2fcc33370640f2" /><Relationship Type="http://schemas.openxmlformats.org/officeDocument/2006/relationships/extended-properties" Target="/docProps/app.xml" Id="R96fdf0133ddc402d" /><Relationship Type="http://schemas.openxmlformats.org/officeDocument/2006/relationships/officeDocument" Target="/ppt/presentation.xml" Id="R9461ea759a534b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47d135042f4d39"/>
  </p:sldMasterIdLst>
  <p:notesMasterIdLst>
    <p:notesMasterId xmlns:r="http://schemas.openxmlformats.org/officeDocument/2006/relationships" r:id="Rc6d29d8aa5ca4d52"/>
  </p:notesMasterIdLst>
  <p:sldIdLst>
    <p:sldId xmlns:r="http://schemas.openxmlformats.org/officeDocument/2006/relationships" id="256" r:id="R85925c5ddfd64a22"/>
    <p:sldId xmlns:r="http://schemas.openxmlformats.org/officeDocument/2006/relationships" id="257" r:id="Rb9be68b3db9946ac"/>
    <p:sldId xmlns:r="http://schemas.openxmlformats.org/officeDocument/2006/relationships" id="258" r:id="Re6ea10cb7a00485d"/>
    <p:sldId xmlns:r="http://schemas.openxmlformats.org/officeDocument/2006/relationships" id="259" r:id="R90a4034c478f4b0f"/>
    <p:sldId xmlns:r="http://schemas.openxmlformats.org/officeDocument/2006/relationships" id="260" r:id="R25a140a9c16c4f3c"/>
    <p:sldId xmlns:r="http://schemas.openxmlformats.org/officeDocument/2006/relationships" id="261" r:id="R73da5f9c904e4279"/>
    <p:sldId xmlns:r="http://schemas.openxmlformats.org/officeDocument/2006/relationships" id="262" r:id="Ra3d0d5e713234f6e"/>
    <p:sldId xmlns:r="http://schemas.openxmlformats.org/officeDocument/2006/relationships" id="263" r:id="Rd2dfa8e9bf38477a"/>
    <p:sldId xmlns:r="http://schemas.openxmlformats.org/officeDocument/2006/relationships" id="264" r:id="R70507a0881494bf6"/>
    <p:sldId xmlns:r="http://schemas.openxmlformats.org/officeDocument/2006/relationships" id="265" r:id="Re8508c902b504af0"/>
    <p:sldId xmlns:r="http://schemas.openxmlformats.org/officeDocument/2006/relationships" id="266" r:id="R65aa353b88194e06"/>
    <p:sldId xmlns:r="http://schemas.openxmlformats.org/officeDocument/2006/relationships" id="267" r:id="R7a40549556c74e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8f6ebefe534a0e" /><Relationship Type="http://schemas.openxmlformats.org/officeDocument/2006/relationships/slideMaster" Target="/ppt/slideMasters/slideMaster1.xml" Id="Re047d135042f4d39" /><Relationship Type="http://schemas.openxmlformats.org/officeDocument/2006/relationships/notesMaster" Target="/ppt/notesMasters/notesMaster1.xml" Id="Rc6d29d8aa5ca4d52" /><Relationship Type="http://schemas.openxmlformats.org/officeDocument/2006/relationships/presProps" Target="/ppt/presProps.xml" Id="R950cab13f6124382" /><Relationship Type="http://schemas.openxmlformats.org/officeDocument/2006/relationships/tableStyles" Target="/ppt/tableStyles.xml" Id="R4ef3ca30b7564816" /><Relationship Type="http://schemas.openxmlformats.org/officeDocument/2006/relationships/slide" Target="/ppt/slides/slide1.xml" Id="R85925c5ddfd64a22" /><Relationship Type="http://schemas.openxmlformats.org/officeDocument/2006/relationships/slide" Target="/ppt/slides/slide2.xml" Id="Rb9be68b3db9946ac" /><Relationship Type="http://schemas.openxmlformats.org/officeDocument/2006/relationships/slide" Target="/ppt/slides/slide3.xml" Id="Re6ea10cb7a00485d" /><Relationship Type="http://schemas.openxmlformats.org/officeDocument/2006/relationships/slide" Target="/ppt/slides/slide4.xml" Id="R90a4034c478f4b0f" /><Relationship Type="http://schemas.openxmlformats.org/officeDocument/2006/relationships/slide" Target="/ppt/slides/slide5.xml" Id="R25a140a9c16c4f3c" /><Relationship Type="http://schemas.openxmlformats.org/officeDocument/2006/relationships/slide" Target="/ppt/slides/slide6.xml" Id="R73da5f9c904e4279" /><Relationship Type="http://schemas.openxmlformats.org/officeDocument/2006/relationships/slide" Target="/ppt/slides/slide7.xml" Id="Ra3d0d5e713234f6e" /><Relationship Type="http://schemas.openxmlformats.org/officeDocument/2006/relationships/slide" Target="/ppt/slides/slide8.xml" Id="Rd2dfa8e9bf38477a" /><Relationship Type="http://schemas.openxmlformats.org/officeDocument/2006/relationships/slide" Target="/ppt/slides/slide9.xml" Id="R70507a0881494bf6" /><Relationship Type="http://schemas.openxmlformats.org/officeDocument/2006/relationships/slide" Target="/ppt/slides/slide10.xml" Id="Re8508c902b504af0" /><Relationship Type="http://schemas.openxmlformats.org/officeDocument/2006/relationships/slide" Target="/ppt/slides/slide11.xml" Id="R65aa353b88194e06" /><Relationship Type="http://schemas.openxmlformats.org/officeDocument/2006/relationships/slide" Target="/ppt/slides/slide12.xml" Id="R7a40549556c74e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c4a1fed18b46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cb6297745d4ef3" /><Relationship Type="http://schemas.openxmlformats.org/officeDocument/2006/relationships/notesMaster" Target="/ppt/notesMasters/notesMaster1.xml" Id="Rcc8dd8a0f2564e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4bd69be48842f1" /><Relationship Type="http://schemas.openxmlformats.org/officeDocument/2006/relationships/notesMaster" Target="/ppt/notesMasters/notesMaster1.xml" Id="R50659f47ca004b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c1d7e9f1ea40b2" /><Relationship Type="http://schemas.openxmlformats.org/officeDocument/2006/relationships/notesMaster" Target="/ppt/notesMasters/notesMaster1.xml" Id="R627c98060a4745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b5b1bf13ba40e4" /><Relationship Type="http://schemas.openxmlformats.org/officeDocument/2006/relationships/notesMaster" Target="/ppt/notesMasters/notesMaster1.xml" Id="Rc5d1ac82290e41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238c88a39e4f3e" /><Relationship Type="http://schemas.openxmlformats.org/officeDocument/2006/relationships/notesMaster" Target="/ppt/notesMasters/notesMaster1.xml" Id="Ra7225a9eea9349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2e0944ef8a4882" /><Relationship Type="http://schemas.openxmlformats.org/officeDocument/2006/relationships/notesMaster" Target="/ppt/notesMasters/notesMaster1.xml" Id="R3f23be44307841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83fbda7ded4cf7" /><Relationship Type="http://schemas.openxmlformats.org/officeDocument/2006/relationships/notesMaster" Target="/ppt/notesMasters/notesMaster1.xml" Id="R246ff8831c494e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51b1e8905d4036" /><Relationship Type="http://schemas.openxmlformats.org/officeDocument/2006/relationships/notesMaster" Target="/ppt/notesMasters/notesMaster1.xml" Id="R6cdb128ceb7045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b8e52d06ff446e" /><Relationship Type="http://schemas.openxmlformats.org/officeDocument/2006/relationships/notesMaster" Target="/ppt/notesMasters/notesMaster1.xml" Id="R60cf0d0551134c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ee575a4333a4df0" /><Relationship Type="http://schemas.openxmlformats.org/officeDocument/2006/relationships/notesMaster" Target="/ppt/notesMasters/notesMaster1.xml" Id="Ra42dc52da84943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fca21b5ec54363" /><Relationship Type="http://schemas.openxmlformats.org/officeDocument/2006/relationships/notesMaster" Target="/ppt/notesMasters/notesMaster1.xml" Id="R199e19089d7643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50fbc531914a6e" /><Relationship Type="http://schemas.openxmlformats.org/officeDocument/2006/relationships/notesMaster" Target="/ppt/notesMasters/notesMaster1.xml" Id="Rd9333b5aae3f42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ff91a485b4d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1983a9437c48ca" /><Relationship Type="http://schemas.openxmlformats.org/officeDocument/2006/relationships/slideLayout" Target="/ppt/slideLayouts/slideLayout1.xml" Id="Ra5c13b41596a41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c13b41596a41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a757b7e2f45fa" /><Relationship Type="http://schemas.openxmlformats.org/officeDocument/2006/relationships/notesSlide" Target="/ppt/notesSlides/notesSlide1.xml" Id="R4d373b3d30f446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caf3f9fb2740a0" /><Relationship Type="http://schemas.openxmlformats.org/officeDocument/2006/relationships/notesSlide" Target="/ppt/notesSlides/notesSlide2.xml" Id="R76202e0c0eea4b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4d5d07eb942e9" /><Relationship Type="http://schemas.openxmlformats.org/officeDocument/2006/relationships/notesSlide" Target="/ppt/notesSlides/notesSlide3.xml" Id="Rc7f4cb2a2e664d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28023732b4722" /><Relationship Type="http://schemas.openxmlformats.org/officeDocument/2006/relationships/notesSlide" Target="/ppt/notesSlides/notesSlide4.xml" Id="R8669db0be6114b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a25960c1741eb" /><Relationship Type="http://schemas.openxmlformats.org/officeDocument/2006/relationships/notesSlide" Target="/ppt/notesSlides/notesSlide5.xml" Id="R392996b2c74044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2778998cf408a" /><Relationship Type="http://schemas.openxmlformats.org/officeDocument/2006/relationships/notesSlide" Target="/ppt/notesSlides/notesSlide6.xml" Id="R94515db4e7744b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c0aca5bdb4ebc" /><Relationship Type="http://schemas.openxmlformats.org/officeDocument/2006/relationships/notesSlide" Target="/ppt/notesSlides/notesSlide7.xml" Id="R5e22eb185ef34e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301832358418f" /><Relationship Type="http://schemas.openxmlformats.org/officeDocument/2006/relationships/notesSlide" Target="/ppt/notesSlides/notesSlide8.xml" Id="Rc4280573a0f942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7a608bb6034de1" /><Relationship Type="http://schemas.openxmlformats.org/officeDocument/2006/relationships/chart" Target="/ppt/slides/charts/chart1.xml" Id="Rf1ed1d3aa99543e9" /><Relationship Type="http://schemas.openxmlformats.org/officeDocument/2006/relationships/notesSlide" Target="/ppt/notesSlides/notesSlide9.xml" Id="Rb1f6b6b14fb244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e7f2b96cd3475c" /><Relationship Type="http://schemas.openxmlformats.org/officeDocument/2006/relationships/notesSlide" Target="/ppt/notesSlides/notesSlide10.xml" Id="Ra0039ed33be141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bf656e366430e" /><Relationship Type="http://schemas.openxmlformats.org/officeDocument/2006/relationships/notesSlide" Target="/ppt/notesSlides/notesSlide11.xml" Id="R3566a4eaf5e349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75dac17804ca2" /><Relationship Type="http://schemas.openxmlformats.org/officeDocument/2006/relationships/notesSlide" Target="/ppt/notesSlides/notesSlide12.xml" Id="R06876403ee90423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Status</c:v>
          </c:tx>
          <c:spPr>
            <a:solidFill xmlns:a="http://schemas.openxmlformats.org/drawingml/2006/main">
              <a:srgbClr val="2563EB"/>
            </a:solidFill>
          </c:spPr>
          <c:cat>
            <c:strRef>
              <c:f>'Chart Data'!$A$2:$A$7</c:f>
              <c:strCache>
                <c:ptCount val="6"/>
                <c:pt idx="0">
                  <c:v>Landmarks</c:v>
                </c:pt>
                <c:pt idx="1">
                  <c:v>Rep features</c:v>
                </c:pt>
                <c:pt idx="2">
                  <c:v>Coach JSON</c:v>
                </c:pt>
                <c:pt idx="3">
                  <c:v>Charts</c:v>
                </c:pt>
                <c:pt idx="4">
                  <c:v>Report</c:v>
                </c:pt>
                <c:pt idx="5">
                  <c:v>PPT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E3F218-E8C2-4927-836A-AC7C515A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940FF-5C5C-405D-9C5C-B7F7CE33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Submission-ready squat coaching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A068DC-A5AD-41E3-AE2C-A9278E90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287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7FDD4-D129-445A-89E5-E92EF70F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9144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Pose estimation, biomechanics, fatigue, injury risk, reinforcement learning, and explainable feedback in one local demo.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E02F8E-47F5-4170-AC05-EC54B5F7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Free local stack: Python, Streamlit, MediaPipe, Gymnasium, Stable-Baselines3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C7E610-D68C-4CD8-BB26-42B9A9B6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 / 12</a:t>
            </a:r>
          </a:p>
        </p:txBody>
      </p:sp>
    </p:spTree>
    <p:extLst>
      <p:ext uri="{BB962C8B-B14F-4D97-AF65-F5344CB8AC3E}">
        <p14:creationId xmlns:p14="http://schemas.microsoft.com/office/powerpoint/2010/main" val="1454689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0C682-A532-4908-A1F4-9EF85313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MVP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C5250-BBAA-407E-8AFF-3B334AD5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One complete squat workflow from input to coaching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B661D9-124D-4D86-A3E3-8438578F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CBF9C-E5C8-4445-BC90-D6B5049C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526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Client name, profile inputs, and squat video upload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E86988-68CE-4341-BF00-49F43F75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D4B99-EB7D-442A-9A0D-2DA21A11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860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Per-frame pose landmarks saved to CSV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EF8F1E-1D48-400D-9816-B6D93D99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62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1F37AC-4F04-4972-B8D9-13E6A014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Per-rep biomechanics, fatigue, and risk features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736DE3-AF13-445F-83FB-884E7181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AD06B-C716-4708-87AF-5CA75664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528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RL or heuristic policy chooses coaching 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60361-1A12-4A1D-9969-185DB0EF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1E6BE-6669-4BE9-8F08-3655F0D1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Dashboard separates user explanation from technical trace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678E95-8FAD-4146-8A9E-2794CD1B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CA6CB9-5238-42B0-9230-4A9EC408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</p:spTree>
    <p:extLst>
      <p:ext uri="{BB962C8B-B14F-4D97-AF65-F5344CB8AC3E}">
        <p14:creationId xmlns:p14="http://schemas.microsoft.com/office/powerpoint/2010/main" val="2162718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6D1600-1266-4012-9C1F-12DDE6D3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24263-592C-4528-8ACB-8A14FB24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Each layer writes an auditable artifact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11E77-DEE4-42FD-B277-8AE45773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69C56-B616-4560-9081-7C6F9247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8557C-1911-40A6-A0D3-0E5EED38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53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Video or landmarks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D6E934-82B1-4267-A195-4053CB23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70D6F-2D30-4A5A-B583-2388EBE1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5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Pose extraction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7356C8-3FCE-4372-9653-CAB1FC43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E2F4DB-CD54-4F49-9E6A-F4F9B20C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29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Biomechanics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310B86-D6CB-41FC-AABA-48E1F035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23E9A8-B74D-4A34-B945-3227E19C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RL policy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5EA9E-B79A-4F55-896C-D1585628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A6FEFD-363F-490B-82ED-098A032D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Explanation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E220EB-AF9F-48C8-A634-ED594649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Outputs: landmarks.csv, rep_features.csv, coach_outputs.json, charts, report, PPT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2E270B-54CC-4217-AC23-84CA41B1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</p:spTree>
    <p:extLst>
      <p:ext uri="{BB962C8B-B14F-4D97-AF65-F5344CB8AC3E}">
        <p14:creationId xmlns:p14="http://schemas.microsoft.com/office/powerpoint/2010/main" val="13340384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DBE9AB-16BC-463F-AB36-DAD5F804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Biomechanics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848C24-CD43-4227-BA00-C67EEC75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Feature extraction works per squat repetition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53556-9638-44C8-9338-5FA9F173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5EE22-2459-441B-A03A-6B721F7E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E45F6-0A9F-472B-96CE-98F9AFF4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Feature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85A76B-57F9-4C05-96AD-F681F175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335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118D7-FAA8-44CE-9B91-A51F9BFA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90D55A-99BD-43EE-8310-996A21DA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05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angle minimum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11AF8-F452-41AD-8882-A066972D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050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Squat depth and shallow-squat detection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412BE-A23A-43B0-9592-4F03A0CA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A090BA-1879-406A-8D2B-7086527A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76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Hip angle minimum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365DE3-8E77-4E24-B2E7-FF401963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765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Range-of-motion 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C88740-14F6-4A28-A37D-0441A0EC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348FD1-B50B-441D-947F-B164D3A9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48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Torso lean maximum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DAD39-5119-4428-8F7C-22F46625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480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Forward-lean risk signal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6A2EE4-167A-4F50-B3D4-DC57C700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B072CB-CFBA-43C9-903C-7313D6F5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19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tracking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C8EF8-6380-43A2-A3AD-A06BCC96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195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alignment risk signal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5946DA-48C4-4A49-A14F-3D6A4876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AE94C2-14A4-44FA-B603-D5E91A1C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91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Tempo and smoothness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88A5B4-5EF9-4F7F-AA3E-5A1A2392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910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Fatigue and stability signal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35126C-0D8B-4945-9137-7F862E16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</p:spTree>
    <p:extLst>
      <p:ext uri="{BB962C8B-B14F-4D97-AF65-F5344CB8AC3E}">
        <p14:creationId xmlns:p14="http://schemas.microsoft.com/office/powerpoint/2010/main" val="2754600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3ED4A0-6F42-48E3-B987-486A35B7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Personalized Coaching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F08128-4438-4606-B273-1256DBC9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The policy sees movement, fatigue, risk, and history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8100F-A5B3-442A-AF08-0A712BE7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1CB79C-F568-444C-95BE-178CD9B6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Normalized knee, hip, and torso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B73BA6-956D-4CFB-AC48-9ECEC2F2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27B6C-9CE1-4F78-8F5E-A58BD604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Rep progress and previous coaching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662DD5-7028-49B6-AA64-F8E0572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DB9AC8-A6A5-4AAF-BD1D-21F8DE22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Fatigue score from tempo, range, and jitter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D0AE9-F719-48AF-B9EC-08E9EED7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48916-C153-4D54-B779-5392BE45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Injury risk from torso lean, knee tracking, and asymmetry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25F68C-2876-48AA-AF3B-778E6D4F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9740D-7CC3-4BBD-AB06-F5F66342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Repeated mistake count and skill level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A81896-A55E-4535-AEFC-AECF9739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9BDF7E-DE05-40FA-BC13-B4F83BED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</p:spTree>
    <p:extLst>
      <p:ext uri="{BB962C8B-B14F-4D97-AF65-F5344CB8AC3E}">
        <p14:creationId xmlns:p14="http://schemas.microsoft.com/office/powerpoint/2010/main" val="17232671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09F5F7-121A-488B-8344-D1C95FB5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MDP Formulation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3FB82-5986-493D-8506-DF6EB147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Each repetition becomes one decision step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DA214C-CEF4-44C3-AD9A-8FC42F60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3A5CC-6CA3-46BC-A605-930C7223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04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0A5EE2-8509-4B7D-8EDB-4D85197B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EB32C-F92A-4482-B53C-2FCB27DD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71750"/>
            <a:ext cx="238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Pose features, fatigue, risk, history, previous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DA4F8-456B-4CB8-A082-B0F8E184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493D4-F174-474C-B3FA-DE4F403D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57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BEAE8-19FC-4E58-8528-EDDCCBCA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571750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Eight coaching actions including rest, joint highlight, tempo cue, and no feedback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540F86-0666-4A16-B66F-F8745498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09750"/>
            <a:ext cx="304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5C5CF1-E35B-4786-8F0A-393B32A8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57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63E623-692E-4941-8ED9-28663190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Improvement adds reward. Risk, fatigue, repeated errors, and excessive cues subtract reward.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9A624D-6CA4-43E3-A704-D31EE0EE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</p:spTree>
    <p:extLst>
      <p:ext uri="{BB962C8B-B14F-4D97-AF65-F5344CB8AC3E}">
        <p14:creationId xmlns:p14="http://schemas.microsoft.com/office/powerpoint/2010/main" val="9062908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6BF16A-486B-4462-8270-A012FACB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Coaching Actions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AD5EC-B2EB-4440-B2EE-B06A393C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The action is the coaching decision, not an exercise label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CFE49D-DCD1-430F-AC55-C5EA664E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48750D-8633-4C25-8094-084684BC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7475B-9DD4-40E7-ADB8-84FF8901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verbal cue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C83AA3-7658-431C-87EC-43AAD825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9E1A3A-53B2-4DB6-8D38-909D142F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716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joint highlight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27EB3-D248-4FD3-85EC-8D1EAE39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634C4B-4A08-4DA8-82A5-738E81FB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47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slow tempo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F70491-3507-42B9-9FA8-FE4661C6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955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71DDF5-282C-4BFA-85D2-1D3CA53C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adjust difficulty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BB0C18-A05C-4932-8A0E-054D4E22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7BEADA-D0EE-4491-90E3-CD844A1D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242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recommend rest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0780DA-94D8-4BA5-8CF7-A3C06B3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B99C6E-9DCB-4A3D-9548-C7225ED4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242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no feedback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BEE0D3-C8DA-45B3-8C46-8D55607E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5A85E3-7134-473B-A652-EDF07DF3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005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demonstration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5FB0FD-1E6D-4081-B5F0-6889DA61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481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646DBB-C2E8-48E6-A5AF-699B562B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005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breathing cue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9F0043-6020-401B-9826-6F9B5874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</p:spTree>
    <p:extLst>
      <p:ext uri="{BB962C8B-B14F-4D97-AF65-F5344CB8AC3E}">
        <p14:creationId xmlns:p14="http://schemas.microsoft.com/office/powerpoint/2010/main" val="13657205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35F3D2-3B49-4B5F-825A-3B131FB9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Dashboard Output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07D0A7-F84A-4A24-87BA-0D289131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Each correction has a user view and a technical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6FC925-A8DC-4DEC-A4D5-1BDEE197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F4F09-5E36-43DB-8E80-7172E996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10096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56923-33DD-4243-AE56-0C54B666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889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80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803D"/>
                </a:solidFill>
                <a:latin typeface="Arial"/>
                <a:ea typeface="Arial"/>
                <a:cs typeface="Arial"/>
              </a:rPr>
              <a:t>User side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9F0C7-06E0-480F-80A3-8BEB388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57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Plain trainer-style summary, main issue, rest reps, and corrections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6279AB-1AA2-4E7D-AC2A-860DEFE4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383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889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Technical side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A231E-5A3C-4AA9-86E1-AA5B94E6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5745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Feature values, triggered thresholds, raw model action, safety decision, reward, and evidence frame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D8A04-EE3C-4D89-9284-C7CF11DC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1970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159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Show results button stays disabled until video analysis completes.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DECB3-8F79-4B71-A9D0-431C8C14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</p:spTree>
    <p:extLst>
      <p:ext uri="{BB962C8B-B14F-4D97-AF65-F5344CB8AC3E}">
        <p14:creationId xmlns:p14="http://schemas.microsoft.com/office/powerpoint/2010/main" val="5568777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D46D4C-35FF-4595-9410-34E495B3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Generated Evaluation Artifacts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60BC7-AEE9-480D-A0AB-F7F0C3FB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The project writes repeatable outputs for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0461B-B477-41DD-AAEC-42266DCA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1428750" y="1714500"/>
          <a:ext xmlns:a="http://schemas.openxmlformats.org/drawingml/2006/main" cx="9334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ed1d3aa99543e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62DA0-242B-41FB-BC4E-0ABF7955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4097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697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Submission outputs generated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DFADAB-A34A-434F-ADAB-4EB891B0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149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848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All outputs are local files. No paid API or cloud service required.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7CDE8-8CAB-4A91-A0E5-1756001A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</p:spTree>
    <p:extLst>
      <p:ext uri="{BB962C8B-B14F-4D97-AF65-F5344CB8AC3E}">
        <p14:creationId xmlns:p14="http://schemas.microsoft.com/office/powerpoint/2010/main" val="14304886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5DF358-C478-4FB6-9130-76224C0F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QA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D070A-B558-49A9-8DFC-3BF09D38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Automated checks cover core behavior and submission artifacts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75E1B-442F-4587-B177-DC5BC490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93DBD-67DD-40F5-B3A9-E7427B45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Pytest passed with 30 unit and integration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48319-2AB1-4384-878A-400F7103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E3BB4C-7656-4044-BFA1-DA1C2687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Compile, sample generation, training, and evaluation passed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F8FE5-2062-4708-8816-D68E9A07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89B109-4ABD-424D-8016-AA87A08F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Streamlit health check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28E0C-894A-4789-BC15-69A43A87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A8A97F-79C2-4FA6-996B-9B78FB62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Real squat video processed with 17 detected reps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986F04-9787-4543-B46B-83877BF4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4B5A0F-BC52-4653-AB8D-5934BA6D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Browser-safe H.264 overlay and evidence frames generated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0A83D8-8011-45BB-AACC-D6B370FF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0F9D58-966C-4D7D-8F51-5F42C3A8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39146976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93F919-D0CB-468D-B35F-CECAB794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Limitations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C0959-5986-4A6B-973C-02EED033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MVP choices keep the build credible within one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79C11-AF86-476F-AA34-D80D3B8A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47070-55D0-49BB-9836-32E2D561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Squat-only exercise support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28F7A3-38F3-49DF-A433-0738BA31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FC333-0F65-44DC-945B-94DB513E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Injury risk uses heuristic biomechanical proxies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43CB07-F004-47D1-AA00-17A5A862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8740F8-E907-4613-9C08-9398F175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RL training uses simulated trajectories without real long-term user feedback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B3053B-DBD4-4B6D-AE0F-5C86877B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6E87C0-BD13-4798-B19F-5CDA80DA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Camera angle and landmark confidence affect movement estimates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96F595-C2D3-4574-A16C-27F326FC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40584B-7EB1-4D83-866A-9283654A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Grad-CAM deferred because no CNN posture classifier is trained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84DDAE-AF9B-40E6-8F03-5CB43071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87C44E-C3D3-4E2E-ACDF-AE9CF90C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330076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AB189-4DBA-4830-B1DA-9EECD1D6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191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667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Project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FD9BC-6A30-442F-9DBD-C8A99C7A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10287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98B84-745B-4EAE-9532-A0C1A595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76500"/>
            <a:ext cx="9429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265"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prototype reframes AI fitness feedback as personalized sequential coaching. It observes the user, chooses an action, and explains the decision with movement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492D8-1DA6-48C5-A198-58A56ABF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Submission package: code, README, tests, charts, report PDF, and final PPT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869E1-7764-4FCC-9117-7ECAF513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5437566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2026-09-18T07:57:36.9290000Z</dcterms:created>
  <dcterms:modified xsi:type="dcterms:W3CDTF">2026-09-18T07:57:36.9290000Z</dcterms:modified>
</coreProperties>
</file>