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b1331ccafd437c" /><Relationship Type="http://schemas.openxmlformats.org/officeDocument/2006/relationships/extended-properties" Target="/docProps/app.xml" Id="Rff3aeea73dd94477" /><Relationship Type="http://schemas.openxmlformats.org/officeDocument/2006/relationships/officeDocument" Target="/ppt/presentation.xml" Id="R2d9a5619e07547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ee0d4ebe734ec8"/>
  </p:sldMasterIdLst>
  <p:notesMasterIdLst>
    <p:notesMasterId xmlns:r="http://schemas.openxmlformats.org/officeDocument/2006/relationships" r:id="R182d40fdb91c4e8d"/>
  </p:notesMasterIdLst>
  <p:sldIdLst>
    <p:sldId xmlns:r="http://schemas.openxmlformats.org/officeDocument/2006/relationships" id="256" r:id="Rebadb4cdd48f45f9"/>
    <p:sldId xmlns:r="http://schemas.openxmlformats.org/officeDocument/2006/relationships" id="257" r:id="R2e31a65f996a4009"/>
    <p:sldId xmlns:r="http://schemas.openxmlformats.org/officeDocument/2006/relationships" id="258" r:id="Rf52483facb1f4aad"/>
    <p:sldId xmlns:r="http://schemas.openxmlformats.org/officeDocument/2006/relationships" id="259" r:id="Rdeb5f05ad79340f3"/>
    <p:sldId xmlns:r="http://schemas.openxmlformats.org/officeDocument/2006/relationships" id="260" r:id="R0a808f98310146c2"/>
    <p:sldId xmlns:r="http://schemas.openxmlformats.org/officeDocument/2006/relationships" id="261" r:id="R83c3eb41d0294dc0"/>
    <p:sldId xmlns:r="http://schemas.openxmlformats.org/officeDocument/2006/relationships" id="262" r:id="R9f89a386dac44174"/>
    <p:sldId xmlns:r="http://schemas.openxmlformats.org/officeDocument/2006/relationships" id="263" r:id="Rf20a8510613b49ff"/>
    <p:sldId xmlns:r="http://schemas.openxmlformats.org/officeDocument/2006/relationships" id="264" r:id="R4ae6b4a6ef2240b5"/>
    <p:sldId xmlns:r="http://schemas.openxmlformats.org/officeDocument/2006/relationships" id="265" r:id="R709553ddfeea47d1"/>
    <p:sldId xmlns:r="http://schemas.openxmlformats.org/officeDocument/2006/relationships" id="266" r:id="Rc509f03b7acb487a"/>
    <p:sldId xmlns:r="http://schemas.openxmlformats.org/officeDocument/2006/relationships" id="267" r:id="R757c35f48a364b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288b2276e04b83" /><Relationship Type="http://schemas.openxmlformats.org/officeDocument/2006/relationships/slideMaster" Target="/ppt/slideMasters/slideMaster1.xml" Id="Re2ee0d4ebe734ec8" /><Relationship Type="http://schemas.openxmlformats.org/officeDocument/2006/relationships/notesMaster" Target="/ppt/notesMasters/notesMaster1.xml" Id="R182d40fdb91c4e8d" /><Relationship Type="http://schemas.openxmlformats.org/officeDocument/2006/relationships/presProps" Target="/ppt/presProps.xml" Id="Rc8c95d2e95144ce0" /><Relationship Type="http://schemas.openxmlformats.org/officeDocument/2006/relationships/tableStyles" Target="/ppt/tableStyles.xml" Id="R85f9d9459e6e4e7c" /><Relationship Type="http://schemas.openxmlformats.org/officeDocument/2006/relationships/slide" Target="/ppt/slides/slide1.xml" Id="Rebadb4cdd48f45f9" /><Relationship Type="http://schemas.openxmlformats.org/officeDocument/2006/relationships/slide" Target="/ppt/slides/slide2.xml" Id="R2e31a65f996a4009" /><Relationship Type="http://schemas.openxmlformats.org/officeDocument/2006/relationships/slide" Target="/ppt/slides/slide3.xml" Id="Rf52483facb1f4aad" /><Relationship Type="http://schemas.openxmlformats.org/officeDocument/2006/relationships/slide" Target="/ppt/slides/slide4.xml" Id="Rdeb5f05ad79340f3" /><Relationship Type="http://schemas.openxmlformats.org/officeDocument/2006/relationships/slide" Target="/ppt/slides/slide5.xml" Id="R0a808f98310146c2" /><Relationship Type="http://schemas.openxmlformats.org/officeDocument/2006/relationships/slide" Target="/ppt/slides/slide6.xml" Id="R83c3eb41d0294dc0" /><Relationship Type="http://schemas.openxmlformats.org/officeDocument/2006/relationships/slide" Target="/ppt/slides/slide7.xml" Id="R9f89a386dac44174" /><Relationship Type="http://schemas.openxmlformats.org/officeDocument/2006/relationships/slide" Target="/ppt/slides/slide8.xml" Id="Rf20a8510613b49ff" /><Relationship Type="http://schemas.openxmlformats.org/officeDocument/2006/relationships/slide" Target="/ppt/slides/slide9.xml" Id="R4ae6b4a6ef2240b5" /><Relationship Type="http://schemas.openxmlformats.org/officeDocument/2006/relationships/slide" Target="/ppt/slides/slide10.xml" Id="R709553ddfeea47d1" /><Relationship Type="http://schemas.openxmlformats.org/officeDocument/2006/relationships/slide" Target="/ppt/slides/slide11.xml" Id="Rc509f03b7acb487a" /><Relationship Type="http://schemas.openxmlformats.org/officeDocument/2006/relationships/slide" Target="/ppt/slides/slide12.xml" Id="R757c35f48a364b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df33ee988949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464707bf904499" /><Relationship Type="http://schemas.openxmlformats.org/officeDocument/2006/relationships/notesMaster" Target="/ppt/notesMasters/notesMaster1.xml" Id="Re8ac671323044a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d04b49f7f24e82" /><Relationship Type="http://schemas.openxmlformats.org/officeDocument/2006/relationships/notesMaster" Target="/ppt/notesMasters/notesMaster1.xml" Id="R6a624f3b68f04a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15a41d1a9c4fbc" /><Relationship Type="http://schemas.openxmlformats.org/officeDocument/2006/relationships/notesMaster" Target="/ppt/notesMasters/notesMaster1.xml" Id="R2fc2216d0d2e45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b4256e268e4beb" /><Relationship Type="http://schemas.openxmlformats.org/officeDocument/2006/relationships/notesMaster" Target="/ppt/notesMasters/notesMaster1.xml" Id="Rfa58936b7fe84b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872f53973f4343" /><Relationship Type="http://schemas.openxmlformats.org/officeDocument/2006/relationships/notesMaster" Target="/ppt/notesMasters/notesMaster1.xml" Id="R6e5af6d87f4643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b2bd71a6ee40fe" /><Relationship Type="http://schemas.openxmlformats.org/officeDocument/2006/relationships/notesMaster" Target="/ppt/notesMasters/notesMaster1.xml" Id="R1833962e18764e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779251834847fd" /><Relationship Type="http://schemas.openxmlformats.org/officeDocument/2006/relationships/notesMaster" Target="/ppt/notesMasters/notesMaster1.xml" Id="R4fb9886ef24d41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e1654ee25c4a08" /><Relationship Type="http://schemas.openxmlformats.org/officeDocument/2006/relationships/notesMaster" Target="/ppt/notesMasters/notesMaster1.xml" Id="R798c909a68ad4c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ed8ff0a2b64974" /><Relationship Type="http://schemas.openxmlformats.org/officeDocument/2006/relationships/notesMaster" Target="/ppt/notesMasters/notesMaster1.xml" Id="R13a78b8262724f4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43cbfd2024481b" /><Relationship Type="http://schemas.openxmlformats.org/officeDocument/2006/relationships/notesMaster" Target="/ppt/notesMasters/notesMaster1.xml" Id="R299ef4c4f59548e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622123dd574ee6" /><Relationship Type="http://schemas.openxmlformats.org/officeDocument/2006/relationships/notesMaster" Target="/ppt/notesMasters/notesMaster1.xml" Id="R16d6526e10f54e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6d6d39cadf34584" /><Relationship Type="http://schemas.openxmlformats.org/officeDocument/2006/relationships/notesMaster" Target="/ppt/notesMasters/notesMaster1.xml" Id="R875cc5d774b441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fe4477f61e45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af2247c850408e" /><Relationship Type="http://schemas.openxmlformats.org/officeDocument/2006/relationships/slideLayout" Target="/ppt/slideLayouts/slideLayout1.xml" Id="Rddcd5a116bf34f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cd5a116bf34f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d65a33bc54224" /><Relationship Type="http://schemas.openxmlformats.org/officeDocument/2006/relationships/notesSlide" Target="/ppt/notesSlides/notesSlide1.xml" Id="R880318a2880945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b698f9571481a" /><Relationship Type="http://schemas.openxmlformats.org/officeDocument/2006/relationships/notesSlide" Target="/ppt/notesSlides/notesSlide2.xml" Id="Rac826cd0aa3544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a1cce0b414599" /><Relationship Type="http://schemas.openxmlformats.org/officeDocument/2006/relationships/notesSlide" Target="/ppt/notesSlides/notesSlide3.xml" Id="R6d3b4dbfe37342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3379181104888" /><Relationship Type="http://schemas.openxmlformats.org/officeDocument/2006/relationships/notesSlide" Target="/ppt/notesSlides/notesSlide4.xml" Id="R954695f4b89541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3442729584044" /><Relationship Type="http://schemas.openxmlformats.org/officeDocument/2006/relationships/notesSlide" Target="/ppt/notesSlides/notesSlide5.xml" Id="R0ac9612e11384b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6be2f611564589" /><Relationship Type="http://schemas.openxmlformats.org/officeDocument/2006/relationships/notesSlide" Target="/ppt/notesSlides/notesSlide6.xml" Id="Rf8e47ad127a746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2aaa64fd24391" /><Relationship Type="http://schemas.openxmlformats.org/officeDocument/2006/relationships/notesSlide" Target="/ppt/notesSlides/notesSlide7.xml" Id="R23cf9c1f6d0d49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e9a0bb22f248f7" /><Relationship Type="http://schemas.openxmlformats.org/officeDocument/2006/relationships/notesSlide" Target="/ppt/notesSlides/notesSlide8.xml" Id="Rf351eded399848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cc61059c24ef9" /><Relationship Type="http://schemas.openxmlformats.org/officeDocument/2006/relationships/chart" Target="/ppt/slides/charts/chart1.xml" Id="R392562a20c3548df" /><Relationship Type="http://schemas.openxmlformats.org/officeDocument/2006/relationships/notesSlide" Target="/ppt/notesSlides/notesSlide9.xml" Id="R6e15c1f76e394f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ccf2ebc6348cd" /><Relationship Type="http://schemas.openxmlformats.org/officeDocument/2006/relationships/notesSlide" Target="/ppt/notesSlides/notesSlide10.xml" Id="R099115903a604e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db8d20ade4aeb" /><Relationship Type="http://schemas.openxmlformats.org/officeDocument/2006/relationships/notesSlide" Target="/ppt/notesSlides/notesSlide11.xml" Id="Rf86617bf73ea4e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17f2eebb84e70" /><Relationship Type="http://schemas.openxmlformats.org/officeDocument/2006/relationships/notesSlide" Target="/ppt/notesSlides/notesSlide12.xml" Id="R38a2ad9331954ef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Status</c:v>
          </c:tx>
          <c:spPr>
            <a:solidFill xmlns:a="http://schemas.openxmlformats.org/drawingml/2006/main">
              <a:srgbClr val="2563EB"/>
            </a:solidFill>
          </c:spPr>
          <c:cat>
            <c:strRef>
              <c:f>'Chart Data'!$A$2:$A$7</c:f>
              <c:strCache>
                <c:ptCount val="6"/>
                <c:pt idx="0">
                  <c:v>Landmarks</c:v>
                </c:pt>
                <c:pt idx="1">
                  <c:v>Rep features</c:v>
                </c:pt>
                <c:pt idx="2">
                  <c:v>Coach JSON</c:v>
                </c:pt>
                <c:pt idx="3">
                  <c:v>Charts</c:v>
                </c:pt>
                <c:pt idx="4">
                  <c:v>Report</c:v>
                </c:pt>
                <c:pt idx="5">
                  <c:v>PPT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0B729-D866-4059-9685-262126F4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B657E3-D615-4CFF-817F-27E99EC2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Submission-ready squat coaching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6248F3-68FA-48C1-A3A3-41971C40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287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0A5EA-18AA-4116-98C9-613A360B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9144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estimation, biomechanics, fatigue, injury risk, reinforcement learning, and explainable feedback in one local demo.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3E5CF-5D55-4DA0-9E30-F36D94E1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Free local stack: Python, Streamlit, MediaPipe, Gymnasium, Stable-Baselines3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D8664-4678-4281-867A-AEA82A90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 / 12</a:t>
            </a:r>
          </a:p>
        </p:txBody>
      </p:sp>
    </p:spTree>
    <p:extLst>
      <p:ext uri="{BB962C8B-B14F-4D97-AF65-F5344CB8AC3E}">
        <p14:creationId xmlns:p14="http://schemas.microsoft.com/office/powerpoint/2010/main" val="13168254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248388-980C-4260-864B-58F2212D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MVP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CB6B8-F41B-45A6-8CCC-0393620F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One complete squat workflow from input to coaching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A7D36-22C1-4E71-BE14-6119A5F6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16A4E-112E-4AA9-B575-CAF1602C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526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Client name, profile inputs, and squat video upload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B27678-9AA4-49A9-AA4A-E92A2000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93E17-9115-4ACF-BDA8-88EA07F6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860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Per-frame pose landmarks saved to CSV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E0844-E4B9-4A92-AFC6-8954CCAA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21ECA-5320-4910-A0A2-F2CE7545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Per-rep biomechanics, fatigue, and risk features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CCD5AC-A16E-4A71-9BB3-496611D7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A87E0D-A039-4585-88D6-BD2E4E67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528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RL or heuristic policy chooses coaching 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E735A-62AE-47BF-9B11-1DD752F8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11184-8484-4FB7-897F-FAC1AD93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Dashboard separates user explanation from technical trace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A16CB3-CDD4-43F4-ABBF-BE14D627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3D795-148B-4FE0-A47C-0206D78E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8331451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1FF04B-4BA8-4C98-9714-FFEA583B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1FD78-646F-443D-914F-1A74BFEE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layer writes an auditable artifact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84D3E-313A-4A82-896C-4872A914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1F13E7-3166-4E24-BCB0-71438345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56281-50D4-46F7-BA1D-0CF1782F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53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Video or landmarks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2BEC5A-508F-4EA9-B28A-0E3713F1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DBC61-AB7D-4411-9FF7-FE9FD59D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5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extraction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7C0A6-DE54-428D-8EBA-0D3A6F64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000866-DA92-456F-A4DC-4214A532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9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Biomechanics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61C72F-78E3-4652-BDA8-1465CD19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2B46F-144F-499C-B43D-4A29306F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RL policy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B91A2C-207B-430D-96A2-511F63A7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D90555-148C-4397-80F4-9C8B3135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Explanation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192E46-9B47-400F-AC29-3105AA7B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Outputs: landmarks.csv, rep_features.csv, coach_outputs.json, charts, report, PPT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0778B9-55DA-4B9A-8246-8393EEC1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18002588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762A63-4322-4332-B304-4D38A66C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Biomechanics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D3818-9F02-4B90-ADAB-A7D31A50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Feature extraction works per squat repetition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2AC4-B5B3-4314-8F40-CCA87416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662C8-51AE-4C21-846C-49BB95EE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BBCD4-A1A1-498C-BE88-ECDC9432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Feature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73065-18C0-466B-8716-7FD3158B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33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5863F-C285-4FE9-B293-8A0B58FC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15009-8734-4572-B26B-8B8D22CD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angle minimum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80361-60A9-455B-A826-D30FDAD3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05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Squat depth and shallow-squat detection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5326D6-2FBE-448D-949E-CCC0F7B0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A19422-224E-4DE1-A6C8-29BF2CC1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Hip angle minimum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D60599-9D8B-48E7-8CD6-5C9E8BEA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76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Range-of-motion 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384DA3-3CEA-4684-BDFF-AEA8F213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7637F-5EAD-4E3F-8E20-DBD24ED8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48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Torso lean maximum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9B6F98-1B69-49D1-89C2-639D4E74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48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Forward-lean risk signal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A17FB7-7C61-4BBE-9611-3F12324A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3D71D-CE4F-43EC-A57D-468F3712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9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tracking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0020EE-67EF-4FBE-95D6-E476B5AA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19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alignment risk signal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89040B-41EF-4ECF-864A-12D81012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03BAD-8956-4323-992B-D854D935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91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Tempo and smoothness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D37307-3EEE-4EAC-91F5-D6958A25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Fatigue and stability signal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724896-E50F-4C1E-A6DF-CA600D62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6328778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0E6575-FA01-44CC-BCB4-1234A922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Personalized Coaching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314F6-CA2B-4BD5-B809-B32B2022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policy sees movement, fatigue, risk, and history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E5B84-D4F8-4F10-9D97-A254462A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04B33-BF45-46E2-A512-D0F5FCD5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Normalized knee, hip, and torso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85422-831E-408E-A1D8-6F70B8E4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995D6-0AF1-40DB-9C98-C3679075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Rep progress and previous coaching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97D10-3A98-4AE5-8155-AED7BD39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5616E-61B4-4126-9A8E-BD26D8A9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Fatigue score from tempo, range, and jitter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6CD55-A6F0-416E-857D-443706E8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90823-74E1-4D87-8B52-BD674CD7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Injury risk from torso lean, knee tracking, and asymmetry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1E52BA-FD5D-4919-A72A-2965FAD9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FF7FB-057F-4322-9984-112E4FA2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Repeated mistake count and skill level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D218B-1270-41C7-8477-D294B61D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998C62-5482-4402-820B-DCB2D64E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13037767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05A3E7-1269-495E-AF6B-C5F67B31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MDP Formulation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A11D15-4D4B-4CC2-95F0-368A4EF4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repetition becomes one decision step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D882D-B23B-418D-88E9-2547E2E1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C71FC-8322-463A-B0C0-AE7C8851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012A1-353D-44B6-9211-53FDECCC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AC4A8-88D8-4351-A9EF-7470431E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71750"/>
            <a:ext cx="238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features, fatigue, risk, history, previous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FFC6E-CB42-480D-BF4F-C62D08D0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CD0E0E-7F96-4CB7-A61E-031B2418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CC48E-2D57-404E-B494-B16F4DE7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717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Eight coaching actions including rest, joint highlight, tempo cue, and no feedback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3EAAA-91E6-414F-9724-E54B7970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A550D-19A0-4438-B0C6-22794BDC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84102-89A2-4E8A-B535-050E53C0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Improvement adds reward. Risk, fatigue, repeated errors, and excessive cues subtract reward.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B5DE8B-5D3F-44F3-91EC-1FE04845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11057887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2BF60-5855-49D7-9835-3973B712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Coaching Actions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7CB59-E537-4F0D-B30F-8C1AC11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action is the coaching decision, not an exercise label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32CD1-0606-45A7-A228-5AE1423F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9B3B5-DC1F-4EB8-81AD-3C9C665C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3A238-45AF-40AB-88D9-E8CADF87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verbal cue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F8951-163D-46E7-B4FE-70AFEBC6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91F75-C885-4D1B-9E50-BBC820B7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716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joint highlight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06688-DBC3-4675-A18D-6B8F636B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91689-C857-4FB4-8465-B621FF32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47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slow tempo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8A45E-C571-4571-8E29-0D90967F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95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914D2-2F5F-4C71-98B4-1E636388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adjust difficulty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74CEC-538D-4344-A7E4-BA4ACA49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F8A89-715A-42AB-8DC6-40D5F947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242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recommend rest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3837DF-06BA-448E-ADB5-AE059122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7500AF-FA10-46D0-9A6E-40B8DE60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242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no 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C2F81-6C20-4CC0-AFD6-38C7E73C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9A3C95-4C6C-42DE-809E-FC9231CB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005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demonstration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AE4D3-F355-4D75-9AB4-A8E29129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481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91E604-339A-42E9-B957-310B7436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005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breathing cue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67BE05-4235-47AF-B4D2-BE42623F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1964265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6A7C51-DF81-463E-97D3-39024700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Dashboard Output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AE8CF-61EF-46DD-9079-2C48EE5A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correction has a user view and a technical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BE1CC2-817D-43AC-964E-51AC055F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4A3DB-0E6F-4FD1-8AD0-4FB1A8C0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10096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39E2F-01CD-49F2-A0EA-826652FF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889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80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803D"/>
                </a:solidFill>
                <a:latin typeface="Arial"/>
                <a:ea typeface="Arial"/>
                <a:cs typeface="Arial"/>
              </a:rPr>
              <a:t>User side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BA6E3-9CC3-44B9-8265-2E6D807C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57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Plain trainer-style summary, main issue, rest reps, and corrections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8AA0A-E3D5-45D2-B890-D8D0A156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889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Technical side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FC4B1C-F8BF-4370-BDB2-3C17719B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5745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Feature values, triggered thresholds, raw model action, safety decision, reward, and evidence frame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92C95-9B3D-413B-AD39-B9484D69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197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159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Show results button stays disabled until video analysis completes.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B0AF0-EAB9-494C-91E5-71E71A6F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7938707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911D77-1851-46D2-84F6-E14641D7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Generated Evaluation Artifacts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0EBD5-61A8-4B62-BE05-F248767A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project writes repeatable outputs for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3196D2-3A58-460C-B6D1-F14498FF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1428750" y="1714500"/>
          <a:ext xmlns:a="http://schemas.openxmlformats.org/drawingml/2006/main" cx="9334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2562a20c3548d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B8BDB-560F-49D0-935C-3F2C32DA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4097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697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Submission outputs generated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DDF42-C7B3-4BED-8BA1-7770C2DC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149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848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All outputs are local files. No paid API or cloud service required.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0E24A5-D94A-4487-89CC-34AC0325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51925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B8F78-C879-4E50-AB16-0A2BF212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QA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EDF287-1882-4266-912A-0D19C684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Automated checks cover core behavior and submission artifacts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E95716-947B-4BBE-A320-EF51AAE7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B3502-60B9-49D8-A0AF-B4A5FA79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Pytest passed with 28 unit and integration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7BE10-162B-405B-AA98-477C87D9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6ED3B-1A01-4142-A1C5-ED1692D5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Compile, sample generation, training, and evaluation passed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89635-FD94-46A5-93BD-0940BCAF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1DBDA-A8A7-4B25-910A-909CFEDB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Streamlit health check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9A478-C185-41C4-AB17-CBCBD9D3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F5597-7719-4650-89E0-BAF8CB07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Real squat video processed with 17 detected reps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0D4BF9-6B70-420B-8A7C-49A4C868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04890-1B6A-44C8-875B-3563B81B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Real-video overlay and evidence frames generated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63F49A-11BB-4F4F-85DE-E25B3285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9AD0FA-E9D6-463D-BD9E-F506F892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9956296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0FCF4-DC41-4976-8466-94086D15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0CFE0-3E6C-46EB-9C0C-7FC4C4C0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MVP choices keep the build credible within one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E8A65-F2CB-49C2-BE19-83C08C83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F49981-8576-49F3-84C5-34F181E2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Squat-only exercise support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779E2-F50A-49BD-8AA9-C0687F11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A64F2-F782-4B0D-A443-EFE216EF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Injury risk uses heuristic biomechanical proxies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506A8-D3C1-47A8-BB41-3D252076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8FA3B3-ABCF-4E14-B4E5-3313732D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RL training uses simulated trajectories without real long-term user feedback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585DE-43E7-4F17-B804-54BD0CB1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C7E42-3A03-4B86-BC0C-3B5FA3D4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Camera angle and landmark confidence affect movement estimates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BACC7-E740-49F4-BE9D-62291FC1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D756F-F195-4E63-97B9-D782D878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Grad-CAM deferred because no CNN posture classifier is trained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06A88-E938-4F1E-A4E3-84FCA79A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B30170-6B7F-4532-BD9C-0B167712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2914064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29F6DD-ABC6-487D-8BC8-50E08459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191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67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Project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5BB1F-3B65-4498-B584-5E87DFF5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10287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5EE4C7-00B4-4F68-A4A4-42E0DC2B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76500"/>
            <a:ext cx="9429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265"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prototype reframes AI fitness feedback as personalized sequential coaching. It observes the user, chooses an action, and explains the decision with movement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4C9B83-C85C-43DF-98A7-3BA10289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Submission package: code, README, tests, charts, report PDF, and final PPT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83A944-1669-43C7-9FF2-B30E31EE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4264208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2026-09-18T04:56:37.8370000Z</dcterms:created>
  <dcterms:modified xsi:type="dcterms:W3CDTF">2026-09-18T04:56:37.8370000Z</dcterms:modified>
</coreProperties>
</file>