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2d759fb3304f75" /><Relationship Type="http://schemas.openxmlformats.org/officeDocument/2006/relationships/extended-properties" Target="/docProps/app.xml" Id="R45483b70fb834dc3" /><Relationship Type="http://schemas.openxmlformats.org/officeDocument/2006/relationships/officeDocument" Target="/ppt/presentation.xml" Id="R2ad36cedce4e49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b59da3ae5d48d0"/>
  </p:sldMasterIdLst>
  <p:notesMasterIdLst>
    <p:notesMasterId xmlns:r="http://schemas.openxmlformats.org/officeDocument/2006/relationships" r:id="Rc5af3373acf3478f"/>
  </p:notesMasterIdLst>
  <p:sldIdLst>
    <p:sldId xmlns:r="http://schemas.openxmlformats.org/officeDocument/2006/relationships" id="256" r:id="R4079acfe100d43d8"/>
    <p:sldId xmlns:r="http://schemas.openxmlformats.org/officeDocument/2006/relationships" id="257" r:id="Rcd28626b860c4b08"/>
    <p:sldId xmlns:r="http://schemas.openxmlformats.org/officeDocument/2006/relationships" id="258" r:id="R9a5f93cf5b4a45fb"/>
    <p:sldId xmlns:r="http://schemas.openxmlformats.org/officeDocument/2006/relationships" id="259" r:id="R92590808ccfa424c"/>
    <p:sldId xmlns:r="http://schemas.openxmlformats.org/officeDocument/2006/relationships" id="260" r:id="R94dc4000fa864fda"/>
    <p:sldId xmlns:r="http://schemas.openxmlformats.org/officeDocument/2006/relationships" id="261" r:id="R9e08e240d954413c"/>
    <p:sldId xmlns:r="http://schemas.openxmlformats.org/officeDocument/2006/relationships" id="262" r:id="R56254750dfa345cf"/>
    <p:sldId xmlns:r="http://schemas.openxmlformats.org/officeDocument/2006/relationships" id="263" r:id="R1af0f3f998b842fc"/>
    <p:sldId xmlns:r="http://schemas.openxmlformats.org/officeDocument/2006/relationships" id="264" r:id="Rea17b7e936054e58"/>
    <p:sldId xmlns:r="http://schemas.openxmlformats.org/officeDocument/2006/relationships" id="265" r:id="R8ca05ca2e4da4bff"/>
    <p:sldId xmlns:r="http://schemas.openxmlformats.org/officeDocument/2006/relationships" id="266" r:id="R1773f9c3ec174e43"/>
    <p:sldId xmlns:r="http://schemas.openxmlformats.org/officeDocument/2006/relationships" id="267" r:id="R0955ab9bad6041f9"/>
    <p:sldId xmlns:r="http://schemas.openxmlformats.org/officeDocument/2006/relationships" id="268" r:id="Ra913cc3163a04e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1c6c7335e64043" /><Relationship Type="http://schemas.openxmlformats.org/officeDocument/2006/relationships/slideMaster" Target="/ppt/slideMasters/slideMaster1.xml" Id="R6bb59da3ae5d48d0" /><Relationship Type="http://schemas.openxmlformats.org/officeDocument/2006/relationships/notesMaster" Target="/ppt/notesMasters/notesMaster1.xml" Id="Rc5af3373acf3478f" /><Relationship Type="http://schemas.openxmlformats.org/officeDocument/2006/relationships/presProps" Target="/ppt/presProps.xml" Id="R42dc439097054fc9" /><Relationship Type="http://schemas.openxmlformats.org/officeDocument/2006/relationships/tableStyles" Target="/ppt/tableStyles.xml" Id="R25311afefca841bc" /><Relationship Type="http://schemas.openxmlformats.org/officeDocument/2006/relationships/slide" Target="/ppt/slides/slide1.xml" Id="R4079acfe100d43d8" /><Relationship Type="http://schemas.openxmlformats.org/officeDocument/2006/relationships/slide" Target="/ppt/slides/slide2.xml" Id="Rcd28626b860c4b08" /><Relationship Type="http://schemas.openxmlformats.org/officeDocument/2006/relationships/slide" Target="/ppt/slides/slide3.xml" Id="R9a5f93cf5b4a45fb" /><Relationship Type="http://schemas.openxmlformats.org/officeDocument/2006/relationships/slide" Target="/ppt/slides/slide4.xml" Id="R92590808ccfa424c" /><Relationship Type="http://schemas.openxmlformats.org/officeDocument/2006/relationships/slide" Target="/ppt/slides/slide5.xml" Id="R94dc4000fa864fda" /><Relationship Type="http://schemas.openxmlformats.org/officeDocument/2006/relationships/slide" Target="/ppt/slides/slide6.xml" Id="R9e08e240d954413c" /><Relationship Type="http://schemas.openxmlformats.org/officeDocument/2006/relationships/slide" Target="/ppt/slides/slide7.xml" Id="R56254750dfa345cf" /><Relationship Type="http://schemas.openxmlformats.org/officeDocument/2006/relationships/slide" Target="/ppt/slides/slide8.xml" Id="R1af0f3f998b842fc" /><Relationship Type="http://schemas.openxmlformats.org/officeDocument/2006/relationships/slide" Target="/ppt/slides/slide9.xml" Id="Rea17b7e936054e58" /><Relationship Type="http://schemas.openxmlformats.org/officeDocument/2006/relationships/slide" Target="/ppt/slides/slide10.xml" Id="R8ca05ca2e4da4bff" /><Relationship Type="http://schemas.openxmlformats.org/officeDocument/2006/relationships/slide" Target="/ppt/slides/slide11.xml" Id="R1773f9c3ec174e43" /><Relationship Type="http://schemas.openxmlformats.org/officeDocument/2006/relationships/slide" Target="/ppt/slides/slide12.xml" Id="R0955ab9bad6041f9" /><Relationship Type="http://schemas.openxmlformats.org/officeDocument/2006/relationships/slide" Target="/ppt/slides/slide13.xml" Id="Ra913cc3163a04e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4f169bbeb34d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61ee5dd66149ec" /><Relationship Type="http://schemas.openxmlformats.org/officeDocument/2006/relationships/notesMaster" Target="/ppt/notesMasters/notesMaster1.xml" Id="R990e9c8be6c549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afef0759b34231" /><Relationship Type="http://schemas.openxmlformats.org/officeDocument/2006/relationships/notesMaster" Target="/ppt/notesMasters/notesMaster1.xml" Id="R0c453755b17448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bd33c01e404ce9" /><Relationship Type="http://schemas.openxmlformats.org/officeDocument/2006/relationships/notesMaster" Target="/ppt/notesMasters/notesMaster1.xml" Id="R93caf830bd764e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9d3e00e1314063" /><Relationship Type="http://schemas.openxmlformats.org/officeDocument/2006/relationships/notesMaster" Target="/ppt/notesMasters/notesMaster1.xml" Id="R50faa208a59440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9711f3a9944595" /><Relationship Type="http://schemas.openxmlformats.org/officeDocument/2006/relationships/notesMaster" Target="/ppt/notesMasters/notesMaster1.xml" Id="R5c94555015694f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be8eb859e444f5" /><Relationship Type="http://schemas.openxmlformats.org/officeDocument/2006/relationships/notesMaster" Target="/ppt/notesMasters/notesMaster1.xml" Id="R8258a33697b84a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7e015372724e54" /><Relationship Type="http://schemas.openxmlformats.org/officeDocument/2006/relationships/notesMaster" Target="/ppt/notesMasters/notesMaster1.xml" Id="R704bc7dc8d624d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223fd3b87c484a" /><Relationship Type="http://schemas.openxmlformats.org/officeDocument/2006/relationships/notesMaster" Target="/ppt/notesMasters/notesMaster1.xml" Id="R9c7a67b5e89048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6a618489814b8d" /><Relationship Type="http://schemas.openxmlformats.org/officeDocument/2006/relationships/notesMaster" Target="/ppt/notesMasters/notesMaster1.xml" Id="R3fe35423786f42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d2c36b3b8b4892" /><Relationship Type="http://schemas.openxmlformats.org/officeDocument/2006/relationships/notesMaster" Target="/ppt/notesMasters/notesMaster1.xml" Id="R80064474f0a049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2f8f6273a14dbb" /><Relationship Type="http://schemas.openxmlformats.org/officeDocument/2006/relationships/notesMaster" Target="/ppt/notesMasters/notesMaster1.xml" Id="R32eb73d9b02248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c3af279cb54827" /><Relationship Type="http://schemas.openxmlformats.org/officeDocument/2006/relationships/notesMaster" Target="/ppt/notesMasters/notesMaster1.xml" Id="Ra188ae51f1f649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2fb0baafde414b" /><Relationship Type="http://schemas.openxmlformats.org/officeDocument/2006/relationships/notesMaster" Target="/ppt/notesMasters/notesMaster1.xml" Id="R15971dc4f97c48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d6663a4fa48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e56bbced14d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a1b81071545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70993c1d245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d1c781abc49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d90a880234f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B9C633-21AF-4AC8-B5DF-1E281FEF4B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4C2D19-B78F-49CC-859B-6D38B1462D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06B4CB-76EE-4F0D-B287-A4069AF90E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6A6968-4C8A-4BB2-B2A5-0CF876ABB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078B36-1091-47AF-9376-2DF717FDF0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935D1A-DB99-4E83-B0D4-5327CABDD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82EC2A-EA64-4093-A8E8-14FEDCB65E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A2E206-5642-47EA-A53C-574D9EED09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C947F7-644B-49CF-98F8-301B41C9F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A84D47-B1B4-4F7C-960F-AA7F336F71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7cc1717a1c49c9" /><Relationship Type="http://schemas.openxmlformats.org/officeDocument/2006/relationships/slideLayout" Target="/ppt/slideLayouts/slideLayout1.xml" Id="Redfac5135c91498d" /><Relationship Type="http://schemas.openxmlformats.org/officeDocument/2006/relationships/slideLayout" Target="/ppt/slideLayouts/slideLayout2.xml" Id="Red658f69e711460b" /><Relationship Type="http://schemas.openxmlformats.org/officeDocument/2006/relationships/slideLayout" Target="/ppt/slideLayouts/slideLayout3.xml" Id="R2fb304623fec4cf4" /><Relationship Type="http://schemas.openxmlformats.org/officeDocument/2006/relationships/slideLayout" Target="/ppt/slideLayouts/slideLayout4.xml" Id="Rfa6b34675b1e4001" /><Relationship Type="http://schemas.openxmlformats.org/officeDocument/2006/relationships/slideLayout" Target="/ppt/slideLayouts/slideLayout5.xml" Id="Rc7a4b2a8d56445ad" /><Relationship Type="http://schemas.openxmlformats.org/officeDocument/2006/relationships/slideLayout" Target="/ppt/slideLayouts/slideLayout6.xml" Id="R677e38deb7ab4f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fac5135c91498d"/>
    <p:sldLayoutId xmlns:r="http://schemas.openxmlformats.org/officeDocument/2006/relationships" id="2147483650" r:id="Red658f69e711460b"/>
    <p:sldLayoutId xmlns:r="http://schemas.openxmlformats.org/officeDocument/2006/relationships" id="2147483651" r:id="R2fb304623fec4cf4"/>
    <p:sldLayoutId xmlns:r="http://schemas.openxmlformats.org/officeDocument/2006/relationships" id="2147483652" r:id="Rfa6b34675b1e4001"/>
    <p:sldLayoutId xmlns:r="http://schemas.openxmlformats.org/officeDocument/2006/relationships" id="2147483653" r:id="Rc7a4b2a8d56445ad"/>
    <p:sldLayoutId xmlns:r="http://schemas.openxmlformats.org/officeDocument/2006/relationships" id="2147483654" r:id="R677e38deb7ab4f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9ceb699074d15" /><Relationship Type="http://schemas.openxmlformats.org/officeDocument/2006/relationships/notesSlide" Target="/ppt/notesSlides/notesSlide1.xml" Id="R3f77343e97634b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17b98a210498e" /><Relationship Type="http://schemas.openxmlformats.org/officeDocument/2006/relationships/notesSlide" Target="/ppt/notesSlides/notesSlide2.xml" Id="R532e6c58b1fa45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47b7a99c343e2" /><Relationship Type="http://schemas.openxmlformats.org/officeDocument/2006/relationships/notesSlide" Target="/ppt/notesSlides/notesSlide3.xml" Id="Rb554e02658f645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dd6120368a466c" /><Relationship Type="http://schemas.openxmlformats.org/officeDocument/2006/relationships/notesSlide" Target="/ppt/notesSlides/notesSlide4.xml" Id="R0dc6fc2fe5f341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aec1eb3c44a1f" /><Relationship Type="http://schemas.openxmlformats.org/officeDocument/2006/relationships/notesSlide" Target="/ppt/notesSlides/notesSlide5.xml" Id="R65467a1253e341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d266124fc747b3" /><Relationship Type="http://schemas.openxmlformats.org/officeDocument/2006/relationships/notesSlide" Target="/ppt/notesSlides/notesSlide6.xml" Id="R7be952acf0e24d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12c2e061b4f3f" /><Relationship Type="http://schemas.openxmlformats.org/officeDocument/2006/relationships/notesSlide" Target="/ppt/notesSlides/notesSlide7.xml" Id="R9b4352ff3f8f49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f01c36f3244f29" /><Relationship Type="http://schemas.openxmlformats.org/officeDocument/2006/relationships/notesSlide" Target="/ppt/notesSlides/notesSlide8.xml" Id="Rf41bf24e936d4f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f5658b2424169" /><Relationship Type="http://schemas.openxmlformats.org/officeDocument/2006/relationships/chart" Target="/ppt/slides/charts/chart1.xml" Id="R30bbfb6c20254771" /><Relationship Type="http://schemas.openxmlformats.org/officeDocument/2006/relationships/notesSlide" Target="/ppt/notesSlides/notesSlide9.xml" Id="Rde39969d139e49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c79106d52d4352" /><Relationship Type="http://schemas.openxmlformats.org/officeDocument/2006/relationships/notesSlide" Target="/ppt/notesSlides/notesSlide10.xml" Id="R6df35d21ebc24d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0d8ad2cf445c0" /><Relationship Type="http://schemas.openxmlformats.org/officeDocument/2006/relationships/notesSlide" Target="/ppt/notesSlides/notesSlide11.xml" Id="R2500ce9d03654f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ba3d4f95ee4512" /><Relationship Type="http://schemas.openxmlformats.org/officeDocument/2006/relationships/notesSlide" Target="/ppt/notesSlides/notesSlide12.xml" Id="Rb76065c97c0a4f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eb6b0d154d426f" /><Relationship Type="http://schemas.openxmlformats.org/officeDocument/2006/relationships/notesSlide" Target="/ppt/notesSlides/notesSlide13.xml" Id="Rbb0a8bb5365a4bb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reward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DQN</c:v>
                </c:pt>
                <c:pt idx="1">
                  <c:v>Heuristic</c:v>
                </c:pt>
                <c:pt idx="2">
                  <c:v>Random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0.714965</c:v>
                </c:pt>
                <c:pt idx="1">
                  <c:v>0.871716</c:v>
                </c:pt>
                <c:pt idx="2">
                  <c:v>-10.769327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8331B-734E-4D47-A586-0A726F2C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Adaptive RL Gym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63F4B-71ED-4739-8B19-DE0EBFAF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>
              <a:defRPr sz="1800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Submission-ready squat coaching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661B2-4115-4326-B03C-C3A62392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06FCA-745A-4AE0-A281-246EDB91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Pose estimation, biomechanics, fatigue, injury risk, reinforcement learning, and explainable feedback in one local demo.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87070-4C88-4465-A4E5-46873983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>
              <a:defRPr sz="1350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Free local stack: Python, Streamlit, MediaPipe, Gymnasium, Stable-Baselines3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770B8-245C-4718-AB09-C0EC31E9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1 / 13</a:t>
            </a:r>
          </a:p>
        </p:txBody>
      </p:sp>
    </p:spTree>
    <p:extLst>
      <p:ext uri="{BB962C8B-B14F-4D97-AF65-F5344CB8AC3E}">
        <p14:creationId xmlns:p14="http://schemas.microsoft.com/office/powerpoint/2010/main" val="324751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B9CAB-C4F1-470A-8E6A-6B5D0DD5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MVP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C77B0-C848-4899-B722-CE98C1CB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One complete squat workflow from input to coaching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D1119-41B3-4425-BF28-F19BDCC1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Adaptive RL Gym Coach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0968C-123E-4A45-A5BF-1B357633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950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Client name, profile inputs, and squat video upload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1EE2C-4A0D-4B35-BB78-89ACF2E6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A6B89-031B-4C41-B547-F6CE3CD9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950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Per-frame pose landmarks saved to 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5B9ED-2ADC-4B86-B45E-3231227C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2187A-CF4C-4E98-B921-641F7DA2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950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Per-rep biomechanics, fatigue, and risk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16141-8E32-4CB7-BCD1-71BDA57B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09CC1-069F-498F-A946-5AE7C37A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950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RL or heuristic policy chooses coaching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9CAB5-5386-4015-ABC6-6CA505BD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1514F-ADFC-4829-BE81-50F2450F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950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Dashboard separates user explanation from technical trace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548DD-5F16-4330-9F2D-8D4BF126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3700B-6D2A-4A7F-98DA-C8DE7EAC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1122880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F6389-FF23-4582-BC1C-7968AA5A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F2951-B2F2-4180-95D5-42DA6462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Each layer writes an auditable artifact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0E6BB-1430-404C-96BA-A0CC7E34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Adaptive RL Gym Coach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7A817-BC1B-495F-8E9F-18AEBAB3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25B52-8746-4970-810B-0CDBED6B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534"/>
          </a:bodyPr>
          <a:lstStyle xmlns:a="http://schemas.openxmlformats.org/drawingml/2006/main">
            <a:def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Video or landmarks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2E22D-E9C5-4552-A1C3-C0C52AFE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765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F0AF9-6B49-47AF-A5BE-F5AD8444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50"/>
          </a:bodyPr>
          <a:lstStyle xmlns:a="http://schemas.openxmlformats.org/drawingml/2006/main">
            <a:def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Pose extraction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7BCE1-6D10-4859-939C-0418179D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E6E16-CB52-4B10-AB71-63737660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9"/>
          </a:bodyPr>
          <a:lstStyle xmlns:a="http://schemas.openxmlformats.org/drawingml/2006/main">
            <a:def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Biomechanics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30A74-C891-4782-9B89-A1AD999B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33AAE-DAA7-4053-82F1-D81F2CDB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RL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0205F-537A-4264-81DD-689979A9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765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731C2-45C2-43FA-A797-178005A0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Explanation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BB048-39FA-4126-8983-27A375A4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Outputs: landmarks.csv, rep_features.csv, coach_outputs.json, charts, report, PPT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C8011-2A7F-4802-932B-D3A239A1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852937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B019A-6904-48C5-9595-4927753E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Biomechanics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8F111-F216-4297-A007-3F33CA74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Feature extraction works per squat repetition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F6F80-0299-4C4D-AFFF-8E953B94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Adaptive RL Gym Coach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4B034-B3AC-4492-BFD8-6F7A9791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1038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46EF1-EEB7-40D5-8F79-E81A3DD9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335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08850-DA12-4A31-A8DB-6854D0C6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335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239B5-E29E-4AEE-AE3C-7F1A08BD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038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8C0A2-9AD0-4643-BC84-5BF39D66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Knee angle minimum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067E4-E583-462F-B6EC-12BE9F58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Squat depth and shallow-squat detection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9C62E-07FA-4FDB-9090-8A7377C1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038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32A75-9BE3-4F1B-A094-B4CCA395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Hip angle minimum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B07D6-17CD-4D34-AFDD-FB5FB6D1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Range-of-motion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A56FD-2AD0-4FC7-9BA4-BFB79DD3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038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DEE16-82C7-4B67-8A3A-CCB2F870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Torso lean maximum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E1AF4-985F-4DE8-A635-60B4B5DB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Forward-lean risk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61425-9E71-4C64-B949-005B0FF9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038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9E8AC-F8E7-4E6D-A535-11EE6481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Knee tracking proxy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CBC57-6F75-4B86-AE6C-FD411704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95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Knee alignment risk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CC07B-17E9-42F7-A549-B382144E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1038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F5B01-96E4-4F06-92AA-39ED25A0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Tempo and smoothness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E225F-9D51-4A76-8708-EF2C602F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Fatigue and stability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0A847-D79E-419B-BA2B-6BBD5951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1765413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DAE7B-D6A1-4D25-82C2-A91EFBA8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Personalized Coaching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4D0EC-78DD-49E6-89AC-A4B77410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The policy sees movement, fatigue, risk, and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C433F-9247-401D-BEFD-B1212827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Adaptive RL Gym Coach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1CD1F-455E-4095-8C7D-554E7D7C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764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Normalized knee, hip, and torso values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749A4-577A-42B7-9AE1-0FD19FDA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ED1F9-5336-483E-8E4C-6FF31E53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Rep progress and previous coaching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CAD7C-B4EB-4A55-96F2-DABD6A62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1DC3A-55D5-4E41-BA95-555A7054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Fatigue score from tempo, range, and jitter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54E56-81FB-45F5-B38E-049F498A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BF87C-E9D4-4436-9AE4-53D665C4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Injury risk from torso lean, knee tracking, and asymmetry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CDD8A-430B-4A96-952C-C0F54BBF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A68A4-E7EC-494A-B680-77477D93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Repeated mistake count and skill level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D6D73-5D86-4FEB-B387-CFF6F5C3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2E143-42BC-4867-AA16-EA2578D3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1515495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A3C0B-C41C-42DF-BF7F-E28CE2F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MDP Formulation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31C9F-5185-4F4B-8784-A8513EF2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Each repetition becomes one decision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6FF4B-B2E3-4D2E-9337-BF551CD7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Adaptive RL Gym Coach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58A78-A6E5-4F44-8D67-044EE32D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04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C11C5-A9D8-4790-8E87-A76BE2E6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C1DE6-8D46-4B72-9F78-20514398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38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Pose features, fatigue, risk, history, previous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B83C8-B2A9-4C6C-9880-0C64F3D5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4508B-4CF0-4ADE-B58B-DB378B55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57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0C6AC-6BDD-4A3D-9D71-D38CA9F7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Eight coaching actions including rest, joint highlight, tempo cue, and no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A0EC5-61EA-470F-A6C4-7F057055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04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533A4-7567-4BB5-BE9D-6D375D2F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57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A6A13-690A-47E0-8B70-63AC6848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Improvement adds reward. Risk, fatigue, repeated errors, and excessive cues subtract reward.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023DB-D2F6-4D9B-B67C-FC7A5819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1819657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41898-DA11-4E55-91E3-F0D202C2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Coaching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6AB26-F435-4B54-93E8-2E40797B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The action is the coaching decision, not an exercise label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3BB9B-BECA-4E66-9F5D-BD7D759D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Adaptive RL Gym Coach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83F06-6EA7-42DF-B70F-5021902E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90526-EE94-4489-B5D3-38449C9E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>
            <a:def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verbal cue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1DBC7-8FBA-4FCF-8F17-51F44027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15BAD-E8D3-4A10-9331-6CBE3BB7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716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>
            <a:def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joint highlight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37EEF-CC15-43EF-A5CA-BBF5283E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49389-550E-42F6-8EE1-B9F1FB14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47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>
            <a:def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slow tempo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8FB95-534D-4802-8779-57064C62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955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9FC8B-62A3-46BD-9B67-3CE86B4D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>
            <a:def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adjust difficulty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76D04-4AF4-4914-864C-9E1470A0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6AFA0-B691-4C9C-ABAC-DA9773F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>
            <a:def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recommend rest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99FB6-76AF-4C3D-956D-DE0DB9E9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2676D-237A-49C7-9648-80690955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>
            <a:def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no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0C37C-990E-4095-8DF6-85FA0B8D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DA458-610D-43D7-A6AB-28B74BAD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>
            <a:def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91A3E-111F-4489-BE91-80BD226E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8E0E3-34E2-4296-A493-13742ECB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005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>
            <a:def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breathing cue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2F255-00D6-416D-9D64-72D81EB5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1889194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0EB94-9028-41DD-8151-D190FDA6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Dashboard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0C372-BC9D-4576-8964-6156E19E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Each correction has a user view and a technical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708D2-7EA4-4B14-84DA-EFCB5663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Adaptive RL Gym Coach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53BE0-6D1E-45CD-AE39-F5BB0D3D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75AC3-26BA-4234-B3C6-18406F95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>
            <a:defPPr>
              <a:defRPr sz="180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User side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593DE-BD03-4344-8048-6D671035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Plain trainer-style summary, main issue, rest reps, and corrections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76840-7DE7-4EB8-96A0-6813F776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>
            <a:defPPr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Technical side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F2473-7CCB-4ABB-9F04-1A2438C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Feature values, triggered thresholds, raw model action, safety decision, reward, and evidence 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0F1CB-2A1C-4EB3-BAA9-00B412AB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>
            <a:defPPr>
              <a:defRPr sz="17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Show results button stays disabled until video analysis completes.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A2A27-C9E5-4B5D-9BAC-3E37653B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2635753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C06FB-AA11-4B45-9CF4-A4ECB73E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RL Evidence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7B4DB-DFA0-41F2-A316-C81E22A9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Fixed-seed DQN compared with heuristic and random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1D0A5-4759-49C0-B452-85E4B2B5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Adaptive RL Gym Coach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6121051-3C56-4CBA-A967-1BD4ACF1019A}"/>
              </a:ext>
            </a:extLst>
          </p:cNvPr>
          <p:cNvGraphicFramePr/>
          <p:nvPr/>
        </p:nvGraphicFramePr>
        <p:xfrm>
          <a:off xmlns:a="http://schemas.openxmlformats.org/drawingml/2006/main" x="1428750" y="1714500"/>
          <a:ext xmlns:a="http://schemas.openxmlformats.org/drawingml/2006/main" cx="933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bbfb6c2025477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8AA5C-F546-430D-BAA5-84C0E3B9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>
              <a:defRPr sz="1350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50,000 timesteps per seed. Seeds: 13, 17, 23, 29, 31. Eval seeds: 1001 through 1030.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87D0C-2C89-4ECF-88CB-7D8C1C5B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98"/>
          </a:bodyPr>
          <a:lstStyle xmlns:a="http://schemas.openxmlformats.org/drawingml/2006/main">
            <a:defPPr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Result: DQN beats random, but heuristic wins reward, fatigue, risk, repeated mistake rate, and correction 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3DC5C-F1F0-4147-8276-567B8D67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11774483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3B50A5-D46F-4BAE-9EDE-A4289431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Reward Ablation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8CBEE-8758-448A-AE45-10EFD9A5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Each row removes one reward penalty during held-out simulator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662C3-3466-4063-91DB-3CFBCBA2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Adaptive RL Gym Coach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3D91A-9FBB-4A21-8B9D-8B8D780A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E46AF-8ED1-43B9-834F-090D637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81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Reward config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3852E-B7AA-4322-88B3-A204891D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81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DQN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1E170-6FA3-47E7-9826-EDE71404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Heuristic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9FEA5-5C33-488A-B64F-BD706C06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81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Random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D74D5-F4D8-43D4-A671-2C512DD1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6B7A0-8EC8-45A0-9B62-FBA594DE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full_reward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9098E-5975-4992-AC26-0BA22421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0.715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F6D14-3F7D-4B4F-B5B7-62600D81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0.872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5BCCB-C417-41AE-93E3-F0EE92F4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-10.769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70E73-FD9F-48AE-8A30-E4F9A2EF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3F150-94A7-485D-816B-843C54A0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no_fatigue_penalty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29B3D-6D81-4BC4-A24B-CAA7B2EF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1.711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B3E0C-4418-4DC9-ACF6-C0E6DDF6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0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1.861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BDF48-52C7-4472-BA5A-410A2631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-9.365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36111-2D31-4A36-B4B4-3D112DCC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DFCBD-54A9-4FCB-9302-B495F8AC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no_risk_penalty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CF74B-0F3F-4FF4-A3F7-4A23B2A8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09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1.815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24AEF0-469E-4C2B-87A2-901E7972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1.969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5FA1A-53B5-482A-961D-204C276D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09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-8.784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B57F5-D39C-46BB-85D7-160A47E7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B66FC0-EB4C-4760-BC5A-6C0C63E3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no_repeated_mistake_penalty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AA4F3-4804-4A92-96F0-2701A74C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19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0.731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68736-762A-431C-A7C0-1C32EE18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0.872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205D3F-3773-4232-A409-E9884A38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-7.320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BF46F2-2633-4DA4-9650-E5917947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46105B-82AB-4A6D-8E3A-2A540724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no_correction_penalty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54FCF5-9856-4876-AF2F-52E49DB9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1.005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CCBBD-F86C-49F9-BB6F-7D6BBFC9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1.154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A2945E-66FB-4836-BB2F-581636EA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-10.177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48E39C-AE48-40A7-893A-968D3585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Training curve is real SB3 Monitor output on simulator. Real squat video validates inference path only.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F26A6A-1C6D-4F65-BECE-A9594343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21040272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B7F4F-BC89-49A7-97EA-96359C94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QA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A4E6F-4EB8-4ABC-BF97-2091201B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Automated checks cover core behavior and submission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65732-6D40-4A40-BA74-C54A82AC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Adaptive RL Gym Coach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B2A52-E9A6-4973-B108-3D86B781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764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Pytest passed with 34 unit and integration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D7730-67FF-47BD-9F6C-12FBD57C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33133-189D-40D6-8254-46E533E8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Compile, sample generation, fixed-seed training, and evaluation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20992-707E-4522-851C-81A0890F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09959-2CD8-4AC4-87C7-7B78C4FE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Streamlit health check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E8075-1F2D-41B1-A330-BA1C9955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2E1C4-B6ED-4617-9FBB-F8F6C6EB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Real squat video processed with 17 detected reps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8A23F-326F-44B5-A053-5C30F683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61A82-013D-4214-8F6E-7EBC6861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Browser-safe H.264 overlay and evidence frames generated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7A81C-9B74-4F5E-B6BC-B1132303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250AD-E4F6-4629-9889-349A9441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11758591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8707E-C8BB-4C49-B6D9-D28C3895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B9F80-AC44-4052-9454-E0EF386E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MVP choices keep the build credible within one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0A934-F48E-4564-B9A3-896D5C71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Adaptive RL Gym Coach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09A71-CE13-4E03-B7A3-33256BD3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764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Squat-only exercise support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D6915-8D17-46A2-9CF0-4913E3CC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81988-040C-48E4-B442-CE1C028C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Injury risk uses heuristic biomechanical proxies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1B221-D823-444C-A9A7-5B2BE2A9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283AB-C75D-4C7D-8319-05FC9D2F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RL training uses simulated trajectories without real long-term user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D5C59-961F-4CBA-99A1-73FC185D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6C246-1846-47D9-BBA0-2D5E052D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Camera angle and landmark confidence affect movement estimates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AE82B-0588-4059-B96A-75687F84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B0BD2-2864-49FB-80B4-A20394A5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Grad-CAM deferred because no CNN posture classifier is trained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34FE2-9C5C-4E60-B189-8AC4A0A4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DBC38-BD39-4795-B3C9-3375FAB5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8348429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E0CE6-9F5E-4A03-9207-12F384EC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>
            <a:defPPr>
              <a:defRPr sz="30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Project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74784-4B5B-41D1-979B-328C3247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028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8A5BE-8B04-41C6-8DB4-33F85BC3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942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65"/>
          </a:bodyPr>
          <a:lstStyle xmlns:a="http://schemas.openxmlformats.org/drawingml/2006/main">
            <a:def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prototype reframes AI fitness feedback as personalized sequential coaching. It observes the user, chooses an action, and explains the decision with movement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F8081-2823-4B81-969E-9F846B1A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>
              <a:defRPr sz="1500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Submission package: code, README, tests, fixed-seed RL evidence, charts, report PDF, and final PPT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B1FD6-1DF4-4118-9105-7A63E1F9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1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173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741598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2026-10-01T21:18:49.7940000Z</dcterms:created>
  <dcterms:modified xsi:type="dcterms:W3CDTF">2026-10-01T21:18:49.7940000Z</dcterms:modified>
</coreProperties>
</file>